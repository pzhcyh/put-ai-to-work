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5772c06a8a4710" /><Relationship Type="http://schemas.openxmlformats.org/officeDocument/2006/relationships/extended-properties" Target="/docProps/app.xml" Id="Reab09a3993df40ce" /><Relationship Type="http://schemas.openxmlformats.org/officeDocument/2006/relationships/officeDocument" Target="/ppt/presentation.xml" Id="R925026db4a4541e5" /></Relationships>
</file>

<file path=ppt/presentation.xml><?xml version="1.0" encoding="utf-8"?>
<p:presentation xmlns:p="http://schemas.openxmlformats.org/presentationml/2006/main">
  <p:sldMasterIdLst>
    <p:sldMasterId xmlns:r="http://schemas.openxmlformats.org/officeDocument/2006/relationships" id="2147483648" r:id="Ra4025f2ec36a4dce"/>
  </p:sldMasterIdLst>
  <p:notesMasterIdLst>
    <p:notesMasterId xmlns:r="http://schemas.openxmlformats.org/officeDocument/2006/relationships" r:id="Rd7ea082c04244259"/>
  </p:notesMasterIdLst>
  <p:sldIdLst>
    <p:sldId xmlns:r="http://schemas.openxmlformats.org/officeDocument/2006/relationships" id="256" r:id="Ra9cfe5516d1c4470"/>
    <p:sldId xmlns:r="http://schemas.openxmlformats.org/officeDocument/2006/relationships" id="257" r:id="Re98fca1344174673"/>
    <p:sldId xmlns:r="http://schemas.openxmlformats.org/officeDocument/2006/relationships" id="258" r:id="R9f294c7f58114609"/>
    <p:sldId xmlns:r="http://schemas.openxmlformats.org/officeDocument/2006/relationships" id="259" r:id="R19e1308779494207"/>
    <p:sldId xmlns:r="http://schemas.openxmlformats.org/officeDocument/2006/relationships" id="260" r:id="R753a71c251404065"/>
    <p:sldId xmlns:r="http://schemas.openxmlformats.org/officeDocument/2006/relationships" id="261" r:id="R8787eca9de114a28"/>
    <p:sldId xmlns:r="http://schemas.openxmlformats.org/officeDocument/2006/relationships" id="262" r:id="R901abe87243f4a7e"/>
    <p:sldId xmlns:r="http://schemas.openxmlformats.org/officeDocument/2006/relationships" id="263" r:id="Rd0dc4265cd4f4428"/>
    <p:sldId xmlns:r="http://schemas.openxmlformats.org/officeDocument/2006/relationships" id="264" r:id="Rb2688a210f604c7c"/>
    <p:sldId xmlns:r="http://schemas.openxmlformats.org/officeDocument/2006/relationships" id="265" r:id="R09805020a0734955"/>
    <p:sldId xmlns:r="http://schemas.openxmlformats.org/officeDocument/2006/relationships" id="266" r:id="R9cd6d57d4cf44d36"/>
    <p:sldId xmlns:r="http://schemas.openxmlformats.org/officeDocument/2006/relationships" id="267" r:id="R2b27430cc38446a5"/>
    <p:sldId xmlns:r="http://schemas.openxmlformats.org/officeDocument/2006/relationships" id="268" r:id="Re03e6362781f441e"/>
    <p:sldId xmlns:r="http://schemas.openxmlformats.org/officeDocument/2006/relationships" id="269" r:id="Rdc1903a86a4646ea"/>
    <p:sldId xmlns:r="http://schemas.openxmlformats.org/officeDocument/2006/relationships" id="270" r:id="R3f7349c1ce7d44e8"/>
    <p:sldId xmlns:r="http://schemas.openxmlformats.org/officeDocument/2006/relationships" id="271" r:id="Rcb132603ce3847fd"/>
    <p:sldId xmlns:r="http://schemas.openxmlformats.org/officeDocument/2006/relationships" id="272" r:id="R6534bb63db5e4e6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7e32ccc3ff14ebf" /><Relationship Type="http://schemas.openxmlformats.org/officeDocument/2006/relationships/slideMaster" Target="/ppt/slideMasters/slideMaster1.xml" Id="Ra4025f2ec36a4dce" /><Relationship Type="http://schemas.openxmlformats.org/officeDocument/2006/relationships/notesMaster" Target="/ppt/notesMasters/notesMaster1.xml" Id="Rd7ea082c04244259" /><Relationship Type="http://schemas.openxmlformats.org/officeDocument/2006/relationships/presProps" Target="/ppt/presProps.xml" Id="R418c02fee7e64f1b" /><Relationship Type="http://schemas.openxmlformats.org/officeDocument/2006/relationships/tableStyles" Target="/ppt/tableStyles.xml" Id="Rb4ed22ff055c4895" /><Relationship Type="http://schemas.openxmlformats.org/officeDocument/2006/relationships/slide" Target="/ppt/slides/slide1.xml" Id="Ra9cfe5516d1c4470" /><Relationship Type="http://schemas.openxmlformats.org/officeDocument/2006/relationships/slide" Target="/ppt/slides/slide2.xml" Id="Re98fca1344174673" /><Relationship Type="http://schemas.openxmlformats.org/officeDocument/2006/relationships/slide" Target="/ppt/slides/slide3.xml" Id="R9f294c7f58114609" /><Relationship Type="http://schemas.openxmlformats.org/officeDocument/2006/relationships/slide" Target="/ppt/slides/slide4.xml" Id="R19e1308779494207" /><Relationship Type="http://schemas.openxmlformats.org/officeDocument/2006/relationships/slide" Target="/ppt/slides/slide5.xml" Id="R753a71c251404065" /><Relationship Type="http://schemas.openxmlformats.org/officeDocument/2006/relationships/slide" Target="/ppt/slides/slide6.xml" Id="R8787eca9de114a28" /><Relationship Type="http://schemas.openxmlformats.org/officeDocument/2006/relationships/slide" Target="/ppt/slides/slide7.xml" Id="R901abe87243f4a7e" /><Relationship Type="http://schemas.openxmlformats.org/officeDocument/2006/relationships/slide" Target="/ppt/slides/slide8.xml" Id="Rd0dc4265cd4f4428" /><Relationship Type="http://schemas.openxmlformats.org/officeDocument/2006/relationships/slide" Target="/ppt/slides/slide9.xml" Id="Rb2688a210f604c7c" /><Relationship Type="http://schemas.openxmlformats.org/officeDocument/2006/relationships/slide" Target="/ppt/slides/slide10.xml" Id="R09805020a0734955" /><Relationship Type="http://schemas.openxmlformats.org/officeDocument/2006/relationships/slide" Target="/ppt/slides/slide11.xml" Id="R9cd6d57d4cf44d36" /><Relationship Type="http://schemas.openxmlformats.org/officeDocument/2006/relationships/slide" Target="/ppt/slides/slide12.xml" Id="R2b27430cc38446a5" /><Relationship Type="http://schemas.openxmlformats.org/officeDocument/2006/relationships/slide" Target="/ppt/slides/slide13.xml" Id="Re03e6362781f441e" /><Relationship Type="http://schemas.openxmlformats.org/officeDocument/2006/relationships/slide" Target="/ppt/slides/slide14.xml" Id="Rdc1903a86a4646ea" /><Relationship Type="http://schemas.openxmlformats.org/officeDocument/2006/relationships/slide" Target="/ppt/slides/slide15.xml" Id="R3f7349c1ce7d44e8" /><Relationship Type="http://schemas.openxmlformats.org/officeDocument/2006/relationships/slide" Target="/ppt/slides/slide16.xml" Id="Rcb132603ce3847fd" /><Relationship Type="http://schemas.openxmlformats.org/officeDocument/2006/relationships/slide" Target="/ppt/slides/slide17.xml" Id="R6534bb63db5e4e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1cd8e2ea2447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6f2da0687b497a" /><Relationship Type="http://schemas.openxmlformats.org/officeDocument/2006/relationships/notesMaster" Target="/ppt/notesMasters/notesMaster1.xml" Id="Rd6db5a221fa04f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96050140104e9c" /><Relationship Type="http://schemas.openxmlformats.org/officeDocument/2006/relationships/notesMaster" Target="/ppt/notesMasters/notesMaster1.xml" Id="R8463f76d8b8f41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707c1cba8d4440" /><Relationship Type="http://schemas.openxmlformats.org/officeDocument/2006/relationships/notesMaster" Target="/ppt/notesMasters/notesMaster1.xml" Id="R149ae67bf5fa43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9ef82565084fc4" /><Relationship Type="http://schemas.openxmlformats.org/officeDocument/2006/relationships/notesMaster" Target="/ppt/notesMasters/notesMaster1.xml" Id="Rfc8fea72bbf346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5f08c3995e401e" /><Relationship Type="http://schemas.openxmlformats.org/officeDocument/2006/relationships/notesMaster" Target="/ppt/notesMasters/notesMaster1.xml" Id="Rbe9cda2281c346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4638c9b8d06b459c" /><Relationship Type="http://schemas.openxmlformats.org/officeDocument/2006/relationships/notesMaster" Target="/ppt/notesMasters/notesMaster1.xml" Id="R8ebb3c89470b4f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6fcfdbab5b452a" /><Relationship Type="http://schemas.openxmlformats.org/officeDocument/2006/relationships/notesMaster" Target="/ppt/notesMasters/notesMaster1.xml" Id="Rb914ecc7c8b442e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2832bad36a4796" /><Relationship Type="http://schemas.openxmlformats.org/officeDocument/2006/relationships/notesMaster" Target="/ppt/notesMasters/notesMaster1.xml" Id="R12e4e045f9534fa5" /></Relationships>
</file>

<file path=ppt/notesSlides/_rels/notesSlide9.xml.rels>&#65279;<?xml version="1.0" encoding="utf-8"?><Relationships xmlns="http://schemas.openxmlformats.org/package/2006/relationships"><Relationship Type="http://schemas.openxmlformats.org/officeDocument/2006/relationships/slide" Target="/ppt/slides/slide9.xml" Id="Re05d14d5d1bf491d" /><Relationship Type="http://schemas.openxmlformats.org/officeDocument/2006/relationships/notesMaster" Target="/ppt/notesMasters/notesMaster1.xml" Id="Ra3d802e53854403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51c354140c549de" /><Relationship Type="http://schemas.openxmlformats.org/officeDocument/2006/relationships/notesMaster" Target="/ppt/notesMasters/notesMaster1.xml" Id="R5c0af843876a43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2c5da7efdc8441a" /><Relationship Type="http://schemas.openxmlformats.org/officeDocument/2006/relationships/notesMaster" Target="/ppt/notesMasters/notesMaster1.xml" Id="R422f8948f160480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04e5f946c5e42f4" /><Relationship Type="http://schemas.openxmlformats.org/officeDocument/2006/relationships/notesMaster" Target="/ppt/notesMasters/notesMaster1.xml" Id="R5e3636e132c2402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3e2d012a7664c20" /><Relationship Type="http://schemas.openxmlformats.org/officeDocument/2006/relationships/notesMaster" Target="/ppt/notesMasters/notesMaster1.xml" Id="R2fbe0c68082b4b5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d195344f7d34417" /><Relationship Type="http://schemas.openxmlformats.org/officeDocument/2006/relationships/notesMaster" Target="/ppt/notesMasters/notesMaster1.xml" Id="R46c1f97d973747d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2455b2cfd60409a" /><Relationship Type="http://schemas.openxmlformats.org/officeDocument/2006/relationships/notesMaster" Target="/ppt/notesMasters/notesMaster1.xml" Id="R093683e41765488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384afb336124186" /><Relationship Type="http://schemas.openxmlformats.org/officeDocument/2006/relationships/notesMaster" Target="/ppt/notesMasters/notesMaster1.xml" Id="R3ff7c75f17d74a4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b2f45a3fcbb4b07" /><Relationship Type="http://schemas.openxmlformats.org/officeDocument/2006/relationships/notesMaster" Target="/ppt/notesMasters/notesMaster1.xml" Id="R97fc18221fca45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今天不讲模型参数，也不做工具排行榜。工具会不断变化，但理解AI的几个底层问题不会变：它为什么重要？大模型和Agent有什么区别？我们怎样把它用进真实工作和学习？哪些判断与责任必须留在人手中？</a:t>
            </a:r>
          </a:p>
          <a:p xmlns:a="http://schemas.openxmlformats.org/drawingml/2006/main">
            <a:r>
              <a:t/>
            </a:r>
          </a:p>
          <a:p xmlns:a="http://schemas.openxmlformats.org/drawingml/2006/main">
            <a:r>
              <a:t>这堂课希望大家离开时能记住三句话，并且能选出一个明天就可以尝试的小任务。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我先给出整场培训最重要的判断：AI的特殊之处，不只是更快地传递信息，而是开始低成本完成一部分过去需要人进行的认知任务，例如阅读、归纳、写作、比较和规划。</a:t>
            </a:r>
          </a:p>
          <a:p xmlns:a="http://schemas.openxmlformats.org/drawingml/2006/main">
            <a:r>
              <a:t/>
            </a:r>
          </a:p>
          <a:p xmlns:a="http://schemas.openxmlformats.org/drawingml/2006/main">
            <a:r>
              <a:t>这里一定要加上“部分”两个字。AI可以参与一项工作的若干环节，但不会自动理解一个单位真正重视的价值，也不会替任何人承担现实后果。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把我的判断写清楚：我用“信息生产效率”和“信息传递效率”两个维度来观察技术革命。这里的信息生产是广义概念，指把知识、经验和规则转化成可用方案、内容与指令；不是香农信息论中的严格定义。</a:t>
            </a:r>
          </a:p>
          <a:p xmlns:a="http://schemas.openxmlformats.org/drawingml/2006/main">
            <a:r>
              <a:t/>
            </a:r>
          </a:p>
          <a:p xmlns:a="http://schemas.openxmlformats.org/drawingml/2006/main">
            <a:r>
              <a:t>第一次工业革命主要提高物质生产效率，对信息生产的提升是间接的；第二次既推动标准化和规模生产，也借助电报、电话等提高信息传递；第三次用计算机和互联网同时降低信息处理与传播成本，其中信息传递的跃升最直观；今天，AI开始显著降低内容生成、分析、规划等认知任务的成本。</a:t>
            </a:r>
          </a:p>
          <a:p xmlns:a="http://schemas.openxmlformats.org/drawingml/2006/main">
            <a:r>
              <a:t/>
            </a:r>
          </a:p>
          <a:p xmlns:a="http://schemas.openxmlformats.org/drawingml/2006/main">
            <a:r>
              <a:t>建议讲法：AI是第四次工业革命的重要驱动力之一，而不是第四次工业革命的全部。</a:t>
            </a:r>
          </a:p>
          <a:p xmlns:a="http://schemas.openxmlformats.org/drawingml/2006/main">
            <a:r>
              <a:t/>
            </a:r>
          </a:p>
          <a:p xmlns:a="http://schemas.openxmlformats.org/drawingml/2006/main">
            <a:r>
              <a:t>[Sources]</a:t>
            </a:r>
          </a:p>
          <a:p xmlns:a="http://schemas.openxmlformats.org/drawingml/2006/main">
            <a:r>
              <a:t>- https://www.weforum.org/stories/technological-innovation/the-fourth-industrial-revolution-what-it-means-and-how-to-respond/</a:t>
            </a:r>
          </a:p>
          <a:p xmlns:a="http://schemas.openxmlformats.org/drawingml/2006/main">
            <a:r>
              <a:t>- https://technav.ieee.org/topic/information-theory/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瓦特的改良显著提高了蒸汽机效率；珍妮纺纱机则让一名操作者可以同时纺多根纱。两者不是简单的先后因果，但共同说明：动力、工序、设备和组织的配套变化，才会释放生产力。</a:t>
            </a:r>
          </a:p>
          <a:p xmlns:a="http://schemas.openxmlformats.org/drawingml/2006/main">
            <a:r>
              <a:t/>
            </a:r>
          </a:p>
          <a:p xmlns:a="http://schemas.openxmlformats.org/drawingml/2006/main">
            <a:r>
              <a:t>生产率提升之后，供给扩大、价格下降、市场规模扩大，增量需求被激发。今天的大模型已经提供了通用脑力，Agent正在把它接入具体工作；但目前大量应用仍集中在把已有事情做得更快。AI原生的新产品、新服务和新组织尚未充分形成，这是本课程提出的机会判断，而不是已经被统一测量的市场结论。</a:t>
            </a:r>
          </a:p>
          <a:p xmlns:a="http://schemas.openxmlformats.org/drawingml/2006/main">
            <a:r>
              <a:t/>
            </a:r>
          </a:p>
          <a:p xmlns:a="http://schemas.openxmlformats.org/drawingml/2006/main">
            <a:r>
              <a:t>[Sources]</a:t>
            </a:r>
          </a:p>
          <a:p xmlns:a="http://schemas.openxmlformats.org/drawingml/2006/main">
            <a:r>
              <a:t>- https://blog.sciencemuseum.org.uk/james-watt-and-the-separate-condenser/</a:t>
            </a:r>
          </a:p>
          <a:p xmlns:a="http://schemas.openxmlformats.org/drawingml/2006/main">
            <a:r>
              <a:t>- https://www.nationalarchives.gov.uk/education/resources/significant-people-collection/james-hargreaves/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为了让第一次接触AI的人更容易理解，我们直接拟人化。左边是AI，右边是人：大模型像大脑；摄像头和麦克风像眼睛、耳朵；浏览器、软件、API和设备像手脚；数据与记忆像知识和经验。</a:t>
            </a:r>
          </a:p>
          <a:p xmlns:a="http://schemas.openxmlformats.org/drawingml/2006/main">
            <a:r>
              <a:t/>
            </a:r>
          </a:p>
          <a:p xmlns:a="http://schemas.openxmlformats.org/drawingml/2006/main">
            <a:r>
              <a:t>把这些能力组织在目标、流程、权限和反馈之下，就形成Agent。这个比喻只用于入门理解：AI没有人的意识和社会责任，高风险判断和最终结果仍由人负责。</a:t>
            </a:r>
          </a:p>
          <a:p xmlns:a="http://schemas.openxmlformats.org/drawingml/2006/main">
            <a:r>
              <a:t/>
            </a:r>
          </a:p>
          <a:p xmlns:a="http://schemas.openxmlformats.org/drawingml/2006/main">
            <a:r>
              <a:t>[Sources]</a:t>
            </a:r>
          </a:p>
          <a:p xmlns:a="http://schemas.openxmlformats.org/drawingml/2006/main">
            <a:r>
              <a:t>- https://www.nist.gov/publications/artificial-intelligence-risk-management-framework-generative-artificial-intelligence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这句话保留原判断：AI智能体相当于拥有所有学科博士学位的实习生。前半句强调它知识面广、速度快、执行力强；后半句强调它不了解你的单位和具体任务，也不知道隐含背景，需要明确安排。</a:t>
            </a:r>
          </a:p>
          <a:p xmlns:a="http://schemas.openxmlformats.org/drawingml/2006/main">
            <a:r>
              <a:t/>
            </a:r>
          </a:p>
          <a:p xmlns:a="http://schemas.openxmlformats.org/drawingml/2006/main">
            <a:r>
              <a:t>讲完比喻要立刻补上边界：它在部分任务上像专家，在另一些任务上可能连实习生都不如，而且会自信地犯错。因此，人必须提供目标和资料，划定权限，设定验收标准，并对关键结果负责。</a:t>
            </a:r>
          </a:p>
          <a:p xmlns:a="http://schemas.openxmlformats.org/drawingml/2006/main">
            <a:r>
              <a:t/>
            </a:r>
          </a:p>
          <a:p xmlns:a="http://schemas.openxmlformats.org/drawingml/2006/main">
            <a:r>
              <a:t>[Sources]</a:t>
            </a:r>
          </a:p>
          <a:p xmlns:a="http://schemas.openxmlformats.org/drawingml/2006/main">
            <a:r>
              <a:t>- https://www.nist.gov/publications/artificial-intelligence-risk-management-framework-generative-artificial-intelligence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所谓业务化能力，最简单的解释就是：把脑中的模糊想法，变成别人能够照着执行和验收的任务单。对AI也是一样。</a:t>
            </a:r>
          </a:p>
          <a:p xmlns:a="http://schemas.openxmlformats.org/drawingml/2006/main">
            <a:r>
              <a:t/>
            </a:r>
          </a:p>
          <a:p xmlns:a="http://schemas.openxmlformats.org/drawingml/2006/main">
            <a:r>
              <a:t>不要只说“帮我写一份报告”。要说清服务对象、目标、已有资料、输出形式、验收标准和禁止事项。如果资料不足，让AI先列缺口，而不是自己补齐事实。涉及外部发送、系统写入或敏感数据时，要设置人工批准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用一个大家都能理解的任务贯穿：形成一份调研简报。只用大模型时，它可以给我们结构和初稿；接入可靠资料以后，它才能基于实际材料工作；加入工具和流程以后，Agent可以完成搜索、整理、比较、生成和自检等多步任务。</a:t>
            </a:r>
          </a:p>
          <a:p xmlns:a="http://schemas.openxmlformats.org/drawingml/2006/main">
            <a:r>
              <a:t/>
            </a:r>
          </a:p>
          <a:p xmlns:a="http://schemas.openxmlformats.org/drawingml/2006/main">
            <a:r>
              <a:t>最后一步仍然是人：哪些材料可信，哪些结论适合公开，哪些内容需要领导或专业人员确认，都不能因为“AI已经生成”就省略。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一个Agent可以理解成一个数字岗位。多个Agent可以按角色分工协作；也可以由一个Agent按照工作流串联多个步骤。前者更像团队，后者更像流程，都能把复杂工作组织起来。</a:t>
            </a:r>
          </a:p>
          <a:p xmlns:a="http://schemas.openxmlformats.org/drawingml/2006/main">
            <a:r>
              <a:t/>
            </a:r>
          </a:p>
          <a:p xmlns:a="http://schemas.openxmlformats.org/drawingml/2006/main">
            <a:r>
              <a:t>OPC，也就是One Person Company，可以作为未来组织方式的一种可能：一个人负责目标和经营，数字团队承担部分研究、产品、营销和交付工作。但它不是技术升级的必然结果，更不等于“一个人什么都做”或“无人公司”。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这一页来自公司的三列闭环表达：第一层是大模型，会思考；第二层是Agent，会办事；第三层是多智能体，会协同。业务任务从上方进入，执行结果形成反馈，数据、知识和流程在运行中持续沉淀。</a:t>
            </a:r>
          </a:p>
          <a:p xmlns:a="http://schemas.openxmlformats.org/drawingml/2006/main">
            <a:r>
              <a:t/>
            </a:r>
          </a:p>
          <a:p xmlns:a="http://schemas.openxmlformats.org/drawingml/2006/main">
            <a:r>
              <a:t>开放东方要做的，是把“会回答问题的AI”接入业务知识、工具、流程和权限，让它成为能完成工作、能协同交付的数字团队。CSGHub提供模型、数据等AI资源底座；AgenticHub负责智能体的构建、运行与协同。</a:t>
            </a:r>
          </a:p>
          <a:p xmlns:a="http://schemas.openxmlformats.org/drawingml/2006/main">
            <a:r>
              <a:t/>
            </a:r>
          </a:p>
          <a:p xmlns:a="http://schemas.openxmlformats.org/drawingml/2006/main">
            <a:r>
              <a:t>[Sources]</a:t>
            </a:r>
          </a:p>
          <a:p xmlns:a="http://schemas.openxmlformats.org/drawingml/2006/main">
            <a:r>
              <a:t>- Local source: 开放东方_AI数字团队_三列循环版_V2.pptx</a:t>
            </a:r>
          </a:p>
          <a:p xmlns:a="http://schemas.openxmlformats.org/drawingml/2006/main">
            <a:r>
              <a:t>- https://opencsg.com/docs/csghub/101/introduction</a:t>
            </a:r>
          </a:p>
          <a:p xmlns:a="http://schemas.openxmlformats.org/drawingml/2006/main">
            <a:r>
              <a:t>- https://opencsg.com/docs/en/agentichub/101/introduction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OpenCSG常说：“模型天天变，不变的是你的数据。”这里的数据不只是表格和文档，还包括经过审核的知识、工作流程、权限规则、任务记录和结果反馈。</a:t>
            </a:r>
          </a:p>
          <a:p xmlns:a="http://schemas.openxmlformats.org/drawingml/2006/main">
            <a:r>
              <a:t/>
            </a:r>
          </a:p>
          <a:p xmlns:a="http://schemas.openxmlformats.org/drawingml/2006/main">
            <a:r>
              <a:t>CSGHub负责模型、数据集、代码和AI应用资产等底座；CSGLite提供本地轻量模型运行；AgenticHub是CSGHub中的智能体模块，用于构建、配置、运行和协同智能体；CSGClaw是开源的本地多智能体协作平台。它们处在不同层次，不能混成一个产品，也不代表某个具体环境已经部署或验收。</a:t>
            </a:r>
          </a:p>
          <a:p xmlns:a="http://schemas.openxmlformats.org/drawingml/2006/main">
            <a:r>
              <a:t/>
            </a:r>
          </a:p>
          <a:p xmlns:a="http://schemas.openxmlformats.org/drawingml/2006/main">
            <a:r>
              <a:t>[Sources]</a:t>
            </a:r>
          </a:p>
          <a:p xmlns:a="http://schemas.openxmlformats.org/drawingml/2006/main">
            <a:r>
              <a:t>- https://opencsg.com/docs/csghub/101/introduction</a:t>
            </a:r>
          </a:p>
          <a:p xmlns:a="http://schemas.openxmlformats.org/drawingml/2006/main">
            <a:r>
              <a:t>- https://opencsg.com/docs/en/csghub/101/function/csghub-lite/quickstart</a:t>
            </a:r>
          </a:p>
          <a:p xmlns:a="http://schemas.openxmlformats.org/drawingml/2006/main">
            <a:r>
              <a:t>- https://opencsg.com/docs/en/agentichub/101/introduction</a:t>
            </a:r>
          </a:p>
          <a:p xmlns:a="http://schemas.openxmlformats.org/drawingml/2006/main">
            <a:r>
              <a:t>- https://opencsg.com/docs/en/agentichub/101/csgclaw/intro</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化能力不是一个高深名词，就是把事情讲清楚。管理能力也不只是管理多个Agent，而是设置目标、分配任务、控制权限、检查结果和处理异常。学习能力则可以继续使用“获取、处理、表达”三步，但每一步都要加入验证。</a:t>
            </a:r>
          </a:p>
          <a:p xmlns:a="http://schemas.openxmlformats.org/drawingml/2006/main">
            <a:r>
              <a:t/>
            </a:r>
          </a:p>
          <a:p xmlns:a="http://schemas.openxmlformats.org/drawingml/2006/main">
            <a:r>
              <a:t>这三项能力不是唯一的能力清单，但它们适合作为本次入门培训的主框架。</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AI也需要“学习”，但不要把它理解为和人一样自然成长。普通使用过程中，大模型通常不会因为浏览网页或完成一次任务就自动更新自己的参数。</a:t>
            </a:r>
          </a:p>
          <a:p xmlns:a="http://schemas.openxmlformats.org/drawingml/2006/main">
            <a:r>
              <a:t/>
            </a:r>
          </a:p>
          <a:p xmlns:a="http://schemas.openxmlformats.org/drawingml/2006/main">
            <a:r>
              <a:t>更准确的区分是：大模型能力的升级通常来自训练和版本更新；Agent变得更好用，则可以依靠更可靠的知识源、经过验证的外部记忆、可复用的技能工具、清晰流程和持续反馈。记忆系统更像外部笔记本，不等于模型真正理解了所有内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学习AI最有效的起点，不是先学完所有理论，而是选一个边界清楚、结果可验证的真实任务，先做一遍。遇到问题时再补知识，做完以后复盘，并把方法分享给别人。</a:t>
            </a:r>
          </a:p>
          <a:p xmlns:a="http://schemas.openxmlformats.org/drawingml/2006/main">
            <a:r>
              <a:t/>
            </a:r>
          </a:p>
          <a:p xmlns:a="http://schemas.openxmlformats.org/drawingml/2006/main">
            <a:r>
              <a:t>这张图借用了“学习金字塔”的视觉结构，但刻意没有使用5%、10%、20%到90%的固定留存率，因为这些数字缺少可靠的原始研究依据。这里真正想表达的是：从听讲、阅读和看示范，走向提问讨论、真实实践、复盘分享，学习参与度会逐步加深。</a:t>
            </a:r>
          </a:p>
          <a:p xmlns:a="http://schemas.openxmlformats.org/drawingml/2006/main">
            <a:r>
              <a:t/>
            </a:r>
          </a:p>
          <a:p xmlns:a="http://schemas.openxmlformats.org/drawingml/2006/main">
            <a:r>
              <a:t>[Sources]</a:t>
            </a:r>
          </a:p>
          <a:p xmlns:a="http://schemas.openxmlformats.org/drawingml/2006/main">
            <a:r>
              <a:t>- https://doi.org/10.1073/pnas.1319030111</a:t>
            </a:r>
          </a:p>
          <a:p xmlns:a="http://schemas.openxmlformats.org/drawingml/2006/main">
            <a:r>
              <a:t>- https://doi.org/10.1111/medu.13813</a:t>
            </a:r>
          </a:p>
          <a:p xmlns:a="http://schemas.openxmlformats.org/drawingml/2006/main">
            <a:r>
              <a:t>- https://doi.org/10.3389/fpsyg.2022.842668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对政府、国企事业单位和学生而言，安全、合规和学术诚信不是附加项，而是使用边界。</a:t>
            </a:r>
          </a:p>
          <a:p xmlns:a="http://schemas.openxmlformats.org/drawingml/2006/main">
            <a:r>
              <a:t/>
            </a:r>
          </a:p>
          <a:p xmlns:a="http://schemas.openxmlformats.org/drawingml/2006/main">
            <a:r>
              <a:t>要把“AI已经生成”“系统已经跑完”“本地看起来没问题”与“事实正确、流程批准、可以正式使用”区分开。高风险决策、敏感信息、正式对外发布和不可逆操作，都必须保留人工批准与责任人。</a:t>
            </a:r>
          </a:p>
          <a:p xmlns:a="http://schemas.openxmlformats.org/drawingml/2006/main">
            <a:r>
              <a:t/>
            </a:r>
          </a:p>
          <a:p xmlns:a="http://schemas.openxmlformats.org/drawingml/2006/main">
            <a:r>
              <a:t>[Sources]</a:t>
            </a:r>
          </a:p>
          <a:p xmlns:a="http://schemas.openxmlformats.org/drawingml/2006/main">
            <a:r>
              <a:t>- https://www.nist.gov/publications/artificial-intelligence-risk-management-framework-generative-artificial-intelligence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这是本课程最希望大家记住的一句提醒：AI可以帮我们搜索、比较、生成、推演，甚至替我们完成一部分思考过程；但我们不能因此放弃对目标、依据、判断和后果的理解。</a:t>
            </a:r>
          </a:p>
          <a:p xmlns:a="http://schemas.openxmlformats.org/drawingml/2006/main">
            <a:r>
              <a:t/>
            </a:r>
          </a:p>
          <a:p xmlns:a="http://schemas.openxmlformats.org/drawingml/2006/main">
            <a:r>
              <a:t>使用AI以后，人的价值不再只是亲手写出每一个字，而是知道为什么这样做、证据是否充分、结果是否适合当前场景，以及最终由谁承担责任。</a:t>
            </a:r>
          </a:p>
          <a:p xmlns:a="http://schemas.openxmlformats.org/drawingml/2006/main">
            <a:r>
              <a:t/>
            </a:r>
          </a:p>
          <a:p xmlns:a="http://schemas.openxmlformats.org/drawingml/2006/main">
            <a:r>
              <a:t>本页英文句为用户提供的课程核心句。公开可追溯记录可见Karpathy的分享转录，但该记录同时说明他是从一条推文看到这句话，因此本页不把原创权归给任何个人。译文为本课程语境下的意译。将这一页作为停顿页，读完后可以留两三秒，让听众消化。</a:t>
            </a:r>
          </a:p>
          <a:p xmlns:a="http://schemas.openxmlformats.org/drawingml/2006/main">
            <a:r>
              <a:t/>
            </a:r>
          </a:p>
          <a:p xmlns:a="http://schemas.openxmlformats.org/drawingml/2006/main">
            <a:r>
              <a:t>[Sources]</a:t>
            </a:r>
          </a:p>
          <a:p xmlns:a="http://schemas.openxmlformats.org/drawingml/2006/main">
            <a:r>
              <a:t>- https://karpathy.bearblog.dev/sequoia-ascent-2026/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不要追逐所有工具，也不要一开始就做一个庞大的“AI转型项目”。先选一项真实工作：每周都要做、输入和输出清楚、错误能发现、发现能修改。</a:t>
            </a:r>
          </a:p>
          <a:p xmlns:a="http://schemas.openxmlformats.org/drawingml/2006/main">
            <a:r>
              <a:t/>
            </a:r>
          </a:p>
          <a:p xmlns:a="http://schemas.openxmlformats.org/drawingml/2006/main">
            <a:r>
              <a:t>写出任务单，让AI完成第一版，由人核验和修改，再把有效做法记录下来。能稳定跑通一个任务，比收藏一百个工具更有价值。</a:t>
            </a:r>
          </a:p>
          <a:p xmlns:a="http://schemas.openxmlformats.org/drawingml/2006/main">
            <a:r>
              <a:t/>
            </a:r>
          </a:p>
          <a:p xmlns:a="http://schemas.openxmlformats.org/drawingml/2006/main">
            <a:r>
              <a:t>结束语：会提问是起点，会派活、会验收、会复盘，才是真正进入AI时代。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33f582f00b45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fe63472ca64bc2" /><Relationship Type="http://schemas.openxmlformats.org/officeDocument/2006/relationships/slideLayout" Target="/ppt/slideLayouts/slideLayout1.xml" Id="Rbf9f319e98fc40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9f319e98fc40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4c9ca2a974d4944" /><Relationship Type="http://schemas.openxmlformats.org/officeDocument/2006/relationships/image" Target="/ppt/media/image.png" Id="Rce7a7f1e5ea14dc0" /><Relationship Type="http://schemas.openxmlformats.org/officeDocument/2006/relationships/image" Target="/ppt/media/image.svg" Id="Rbe1996b0cd9e48c8" /><Relationship Type="http://schemas.openxmlformats.org/officeDocument/2006/relationships/notesSlide" Target="/ppt/notesSlides/notesSlide1.xml" Id="R2931d5f5b3fe4a0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ed6355fee9d41bf" /><Relationship Type="http://schemas.openxmlformats.org/officeDocument/2006/relationships/image" Target="/ppt/media/image2.png" Id="R50eb7aeba5e3424e" /><Relationship Type="http://schemas.openxmlformats.org/officeDocument/2006/relationships/image" Target="/ppt/media/image2.svg" Id="Rea1c805890924185" /><Relationship Type="http://schemas.openxmlformats.org/officeDocument/2006/relationships/notesSlide" Target="/ppt/notesSlides/notesSlide2.xml" Id="R1406c92b568941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002309ac38f4325" /><Relationship Type="http://schemas.openxmlformats.org/officeDocument/2006/relationships/image" Target="/ppt/media/image3.png" Id="R6f43ef85f20c4e9b" /><Relationship Type="http://schemas.openxmlformats.org/officeDocument/2006/relationships/image" Target="/ppt/media/image3.svg" Id="R3dc9c03b1f944456" /><Relationship Type="http://schemas.openxmlformats.org/officeDocument/2006/relationships/notesSlide" Target="/ppt/notesSlides/notesSlide3.xml" Id="R7ae596ca3b6d4d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26d89236f84412e" /><Relationship Type="http://schemas.openxmlformats.org/officeDocument/2006/relationships/image" Target="/ppt/media/image4.png" Id="R2c61f9e9a08f435e" /><Relationship Type="http://schemas.openxmlformats.org/officeDocument/2006/relationships/image" Target="/ppt/media/image4.svg" Id="R4a3575c838d5447c" /><Relationship Type="http://schemas.openxmlformats.org/officeDocument/2006/relationships/notesSlide" Target="/ppt/notesSlides/notesSlide4.xml" Id="R636e378842dd47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2e8dd0e9a7b4a04" /><Relationship Type="http://schemas.openxmlformats.org/officeDocument/2006/relationships/image" Target="/ppt/media/image5.png" Id="Rb4d9c3dec2ca4a41" /><Relationship Type="http://schemas.openxmlformats.org/officeDocument/2006/relationships/image" Target="/ppt/media/image5.svg" Id="R4465727b68454ba6" /><Relationship Type="http://schemas.openxmlformats.org/officeDocument/2006/relationships/notesSlide" Target="/ppt/notesSlides/notesSlide5.xml" Id="Rd6ed2d4136fa4e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19fa3aaa321449f" /><Relationship Type="http://schemas.openxmlformats.org/officeDocument/2006/relationships/image" Target="/ppt/media/image6.png" Id="R45c365828db54df7" /><Relationship Type="http://schemas.openxmlformats.org/officeDocument/2006/relationships/image" Target="/ppt/media/image6.svg" Id="R896fec0774494eef" /><Relationship Type="http://schemas.openxmlformats.org/officeDocument/2006/relationships/notesSlide" Target="/ppt/notesSlides/notesSlide6.xml" Id="Rae876fabcbae47f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db02b09cb144bcf" /><Relationship Type="http://schemas.openxmlformats.org/officeDocument/2006/relationships/image" Target="/ppt/media/image7.png" Id="R8c1e8b1750dc4d3d" /><Relationship Type="http://schemas.openxmlformats.org/officeDocument/2006/relationships/image" Target="/ppt/media/image7.svg" Id="Re65e690db85349c0" /><Relationship Type="http://schemas.openxmlformats.org/officeDocument/2006/relationships/notesSlide" Target="/ppt/notesSlides/notesSlide7.xml" Id="R674279f2bd0446d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f80ff8f1b574c3a" /><Relationship Type="http://schemas.openxmlformats.org/officeDocument/2006/relationships/image" Target="/ppt/media/image8.png" Id="Rd6a0d940df3841ab" /><Relationship Type="http://schemas.openxmlformats.org/officeDocument/2006/relationships/image" Target="/ppt/media/image8.svg" Id="R7ef2b06834b74bd4" /><Relationship Type="http://schemas.openxmlformats.org/officeDocument/2006/relationships/notesSlide" Target="/ppt/notesSlides/notesSlide8.xml" Id="Rab34d7397ae14ab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030b4c3dd8b47e9" /><Relationship Type="http://schemas.openxmlformats.org/officeDocument/2006/relationships/image" Target="/ppt/media/image9.png" Id="R74460eb724a24293" /><Relationship Type="http://schemas.openxmlformats.org/officeDocument/2006/relationships/image" Target="/ppt/media/image9.svg" Id="R2df630bfcb754cc4" /><Relationship Type="http://schemas.openxmlformats.org/officeDocument/2006/relationships/notesSlide" Target="/ppt/notesSlides/notesSlide9.xml" Id="Rc47cb8a55358405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644ac9b1eb84068" /><Relationship Type="http://schemas.openxmlformats.org/officeDocument/2006/relationships/image" Target="/ppt/media/image10.png" Id="R64b6890f650a4903" /><Relationship Type="http://schemas.openxmlformats.org/officeDocument/2006/relationships/image" Target="/ppt/media/image10.svg" Id="Re96c3b988da04ac4" /><Relationship Type="http://schemas.openxmlformats.org/officeDocument/2006/relationships/notesSlide" Target="/ppt/notesSlides/notesSlide10.xml" Id="R4c8ff400cf24437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7c00ba813ed4469" /><Relationship Type="http://schemas.openxmlformats.org/officeDocument/2006/relationships/image" Target="/ppt/media/image11.png" Id="R3ceded3aee944d18" /><Relationship Type="http://schemas.openxmlformats.org/officeDocument/2006/relationships/image" Target="/ppt/media/image11.svg" Id="R03b19303760a4b79" /><Relationship Type="http://schemas.openxmlformats.org/officeDocument/2006/relationships/notesSlide" Target="/ppt/notesSlides/notesSlide11.xml" Id="Re9c74c26510d4f0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917f36b3cd44af1" /><Relationship Type="http://schemas.openxmlformats.org/officeDocument/2006/relationships/image" Target="/ppt/media/image12.png" Id="Rca52e79932754a6b" /><Relationship Type="http://schemas.openxmlformats.org/officeDocument/2006/relationships/image" Target="/ppt/media/image12.svg" Id="R9915afa7a4374d64" /><Relationship Type="http://schemas.openxmlformats.org/officeDocument/2006/relationships/notesSlide" Target="/ppt/notesSlides/notesSlide12.xml" Id="R25c74c3fca2e402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20113d305804b71" /><Relationship Type="http://schemas.openxmlformats.org/officeDocument/2006/relationships/image" Target="/ppt/media/image13.png" Id="R36ad7a55ecac4776" /><Relationship Type="http://schemas.openxmlformats.org/officeDocument/2006/relationships/image" Target="/ppt/media/image13.svg" Id="Rbc4a38d0e67d479c" /><Relationship Type="http://schemas.openxmlformats.org/officeDocument/2006/relationships/notesSlide" Target="/ppt/notesSlides/notesSlide13.xml" Id="Re26b246d80e7477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4911b5032d840f3" /><Relationship Type="http://schemas.openxmlformats.org/officeDocument/2006/relationships/image" Target="/ppt/media/image14.png" Id="Reb1cc694f1f64072" /><Relationship Type="http://schemas.openxmlformats.org/officeDocument/2006/relationships/image" Target="/ppt/media/image14.svg" Id="R7bd2d8fefa614ee5" /><Relationship Type="http://schemas.openxmlformats.org/officeDocument/2006/relationships/notesSlide" Target="/ppt/notesSlides/notesSlide14.xml" Id="R7631ba07f66740c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8f5e87783b0415c" /><Relationship Type="http://schemas.openxmlformats.org/officeDocument/2006/relationships/image" Target="/ppt/media/image15.png" Id="R1ccd771d901c4c07" /><Relationship Type="http://schemas.openxmlformats.org/officeDocument/2006/relationships/image" Target="/ppt/media/image15.svg" Id="R66245c11842d4366" /><Relationship Type="http://schemas.openxmlformats.org/officeDocument/2006/relationships/notesSlide" Target="/ppt/notesSlides/notesSlide15.xml" Id="Rc1b2f4e90dd542a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c7982e7c35e4a61" /><Relationship Type="http://schemas.openxmlformats.org/officeDocument/2006/relationships/image" Target="/ppt/media/image16.png" Id="R5919db33580047d4" /><Relationship Type="http://schemas.openxmlformats.org/officeDocument/2006/relationships/image" Target="/ppt/media/image16.svg" Id="R49a4b46a244c40a6" /><Relationship Type="http://schemas.openxmlformats.org/officeDocument/2006/relationships/notesSlide" Target="/ppt/notesSlides/notesSlide16.xml" Id="R0615c795bac64a2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70fe7c527304f87" /><Relationship Type="http://schemas.openxmlformats.org/officeDocument/2006/relationships/image" Target="/ppt/media/image17.png" Id="R9d8b118a92544309" /><Relationship Type="http://schemas.openxmlformats.org/officeDocument/2006/relationships/image" Target="/ppt/media/image17.svg" Id="R11506c8261e240ed" /><Relationship Type="http://schemas.openxmlformats.org/officeDocument/2006/relationships/notesSlide" Target="/ppt/notesSlides/notesSlide17.xml" Id="R6980769be9614bb4" /></Relationships>
</file>

<file path=ppt/slides/slide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37" name="rect-0001">
            <a:extLst xmlns:a="http://schemas.openxmlformats.org/drawingml/2006/main">
              <a:ext uri="{FF2B5EF4-FFF2-40B4-BE49-F238E27FC236}">
                <a16:creationId xmlns:a16="http://schemas.microsoft.com/office/drawing/2014/main" id="{06C6FA9C-73C5-4027-8186-911F4E64E20D}"/>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 name="rect-0002">
            <a:extLst xmlns:a="http://schemas.openxmlformats.org/drawingml/2006/main">
              <a:ext uri="{FF2B5EF4-FFF2-40B4-BE49-F238E27FC236}">
                <a16:creationId xmlns:a16="http://schemas.microsoft.com/office/drawing/2014/main" id="{BEAC89D7-150B-4334-B2B5-D82CCB7A4DB5}"/>
              </a:ext>
            </a:extLst>
          </p:cNvPr>
          <p:cNvSpPr>
            <a:spLocks xmlns:a="http://schemas.openxmlformats.org/drawingml/2006/main" noGrp="1"/>
          </p:cNvSpPr>
          <p:nvPr/>
        </p:nvSpPr>
        <p:spPr>
          <a:xfrm xmlns:a="http://schemas.openxmlformats.org/drawingml/2006/main">
            <a:off x="838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3" name="rect-0003">
            <a:extLst xmlns:a="http://schemas.openxmlformats.org/drawingml/2006/main">
              <a:ext uri="{FF2B5EF4-FFF2-40B4-BE49-F238E27FC236}">
                <a16:creationId xmlns:a16="http://schemas.microsoft.com/office/drawing/2014/main" id="{2657C6B3-B9DA-4F16-BB0E-12918C1EFF11}"/>
              </a:ext>
            </a:extLst>
          </p:cNvPr>
          <p:cNvSpPr>
            <a:spLocks xmlns:a="http://schemas.openxmlformats.org/drawingml/2006/main" noGrp="1"/>
          </p:cNvSpPr>
          <p:nvPr/>
        </p:nvSpPr>
        <p:spPr>
          <a:xfrm xmlns:a="http://schemas.openxmlformats.org/drawingml/2006/main">
            <a:off x="1676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4" name="rect-0004">
            <a:extLst xmlns:a="http://schemas.openxmlformats.org/drawingml/2006/main">
              <a:ext uri="{FF2B5EF4-FFF2-40B4-BE49-F238E27FC236}">
                <a16:creationId xmlns:a16="http://schemas.microsoft.com/office/drawing/2014/main" id="{71F61F64-D530-4383-A077-A7486281BD69}"/>
              </a:ext>
            </a:extLst>
          </p:cNvPr>
          <p:cNvSpPr>
            <a:spLocks xmlns:a="http://schemas.openxmlformats.org/drawingml/2006/main" noGrp="1"/>
          </p:cNvSpPr>
          <p:nvPr/>
        </p:nvSpPr>
        <p:spPr>
          <a:xfrm xmlns:a="http://schemas.openxmlformats.org/drawingml/2006/main">
            <a:off x="2514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5" name="rect-0005">
            <a:extLst xmlns:a="http://schemas.openxmlformats.org/drawingml/2006/main">
              <a:ext uri="{FF2B5EF4-FFF2-40B4-BE49-F238E27FC236}">
                <a16:creationId xmlns:a16="http://schemas.microsoft.com/office/drawing/2014/main" id="{9BB05252-3E65-419F-8391-C740753F2805}"/>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6" name="rect-0006">
            <a:extLst xmlns:a="http://schemas.openxmlformats.org/drawingml/2006/main">
              <a:ext uri="{FF2B5EF4-FFF2-40B4-BE49-F238E27FC236}">
                <a16:creationId xmlns:a16="http://schemas.microsoft.com/office/drawing/2014/main" id="{69CB5249-C34C-4C90-B822-7EFCAA751607}"/>
              </a:ext>
            </a:extLst>
          </p:cNvPr>
          <p:cNvSpPr>
            <a:spLocks xmlns:a="http://schemas.openxmlformats.org/drawingml/2006/main" noGrp="1"/>
          </p:cNvSpPr>
          <p:nvPr/>
        </p:nvSpPr>
        <p:spPr>
          <a:xfrm xmlns:a="http://schemas.openxmlformats.org/drawingml/2006/main">
            <a:off x="4191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7" name="rect-0007">
            <a:extLst xmlns:a="http://schemas.openxmlformats.org/drawingml/2006/main">
              <a:ext uri="{FF2B5EF4-FFF2-40B4-BE49-F238E27FC236}">
                <a16:creationId xmlns:a16="http://schemas.microsoft.com/office/drawing/2014/main" id="{542F793C-370A-4CAB-B1F3-C5514F87147B}"/>
              </a:ext>
            </a:extLst>
          </p:cNvPr>
          <p:cNvSpPr>
            <a:spLocks xmlns:a="http://schemas.openxmlformats.org/drawingml/2006/main" noGrp="1"/>
          </p:cNvSpPr>
          <p:nvPr/>
        </p:nvSpPr>
        <p:spPr>
          <a:xfrm xmlns:a="http://schemas.openxmlformats.org/drawingml/2006/main">
            <a:off x="5029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8" name="rect-0008">
            <a:extLst xmlns:a="http://schemas.openxmlformats.org/drawingml/2006/main">
              <a:ext uri="{FF2B5EF4-FFF2-40B4-BE49-F238E27FC236}">
                <a16:creationId xmlns:a16="http://schemas.microsoft.com/office/drawing/2014/main" id="{89B8E54D-29FA-4D8E-BFF1-809BEF0957C1}"/>
              </a:ext>
            </a:extLst>
          </p:cNvPr>
          <p:cNvSpPr>
            <a:spLocks xmlns:a="http://schemas.openxmlformats.org/drawingml/2006/main" noGrp="1"/>
          </p:cNvSpPr>
          <p:nvPr/>
        </p:nvSpPr>
        <p:spPr>
          <a:xfrm xmlns:a="http://schemas.openxmlformats.org/drawingml/2006/main">
            <a:off x="5867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9" name="rect-0009">
            <a:extLst xmlns:a="http://schemas.openxmlformats.org/drawingml/2006/main">
              <a:ext uri="{FF2B5EF4-FFF2-40B4-BE49-F238E27FC236}">
                <a16:creationId xmlns:a16="http://schemas.microsoft.com/office/drawing/2014/main" id="{DB0BA9C2-B27E-4EEA-9A2A-FA6DFE70073E}"/>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0" name="rect-0010">
            <a:extLst xmlns:a="http://schemas.openxmlformats.org/drawingml/2006/main">
              <a:ext uri="{FF2B5EF4-FFF2-40B4-BE49-F238E27FC236}">
                <a16:creationId xmlns:a16="http://schemas.microsoft.com/office/drawing/2014/main" id="{EE224E7B-806D-4FBF-BB6C-1668C90F1596}"/>
              </a:ext>
            </a:extLst>
          </p:cNvPr>
          <p:cNvSpPr>
            <a:spLocks xmlns:a="http://schemas.openxmlformats.org/drawingml/2006/main" noGrp="1"/>
          </p:cNvSpPr>
          <p:nvPr/>
        </p:nvSpPr>
        <p:spPr>
          <a:xfrm xmlns:a="http://schemas.openxmlformats.org/drawingml/2006/main">
            <a:off x="7543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1" name="rect-0011">
            <a:extLst xmlns:a="http://schemas.openxmlformats.org/drawingml/2006/main">
              <a:ext uri="{FF2B5EF4-FFF2-40B4-BE49-F238E27FC236}">
                <a16:creationId xmlns:a16="http://schemas.microsoft.com/office/drawing/2014/main" id="{0CF17015-0C29-450B-9268-949D83783690}"/>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2" name="rect-0012">
            <a:extLst xmlns:a="http://schemas.openxmlformats.org/drawingml/2006/main">
              <a:ext uri="{FF2B5EF4-FFF2-40B4-BE49-F238E27FC236}">
                <a16:creationId xmlns:a16="http://schemas.microsoft.com/office/drawing/2014/main" id="{49332F24-67D2-4A31-9572-5FF5FD617EBE}"/>
              </a:ext>
            </a:extLst>
          </p:cNvPr>
          <p:cNvSpPr>
            <a:spLocks xmlns:a="http://schemas.openxmlformats.org/drawingml/2006/main" noGrp="1"/>
          </p:cNvSpPr>
          <p:nvPr/>
        </p:nvSpPr>
        <p:spPr>
          <a:xfrm xmlns:a="http://schemas.openxmlformats.org/drawingml/2006/main">
            <a:off x="9220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3" name="rect-0013">
            <a:extLst xmlns:a="http://schemas.openxmlformats.org/drawingml/2006/main">
              <a:ext uri="{FF2B5EF4-FFF2-40B4-BE49-F238E27FC236}">
                <a16:creationId xmlns:a16="http://schemas.microsoft.com/office/drawing/2014/main" id="{DB2CB58E-9C0F-4301-9C70-D3F8938059AA}"/>
              </a:ext>
            </a:extLst>
          </p:cNvPr>
          <p:cNvSpPr>
            <a:spLocks xmlns:a="http://schemas.openxmlformats.org/drawingml/2006/main" noGrp="1"/>
          </p:cNvSpPr>
          <p:nvPr/>
        </p:nvSpPr>
        <p:spPr>
          <a:xfrm xmlns:a="http://schemas.openxmlformats.org/drawingml/2006/main">
            <a:off x="10058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4" name="rect-0014">
            <a:extLst xmlns:a="http://schemas.openxmlformats.org/drawingml/2006/main">
              <a:ext uri="{FF2B5EF4-FFF2-40B4-BE49-F238E27FC236}">
                <a16:creationId xmlns:a16="http://schemas.microsoft.com/office/drawing/2014/main" id="{6186E8CC-0DA9-469D-A538-8018100A7D5C}"/>
              </a:ext>
            </a:extLst>
          </p:cNvPr>
          <p:cNvSpPr>
            <a:spLocks xmlns:a="http://schemas.openxmlformats.org/drawingml/2006/main" noGrp="1"/>
          </p:cNvSpPr>
          <p:nvPr/>
        </p:nvSpPr>
        <p:spPr>
          <a:xfrm xmlns:a="http://schemas.openxmlformats.org/drawingml/2006/main">
            <a:off x="10896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5" name="rect-0015">
            <a:extLst xmlns:a="http://schemas.openxmlformats.org/drawingml/2006/main">
              <a:ext uri="{FF2B5EF4-FFF2-40B4-BE49-F238E27FC236}">
                <a16:creationId xmlns:a16="http://schemas.microsoft.com/office/drawing/2014/main" id="{7E112014-48E1-46BB-B0F5-476086E93BFA}"/>
              </a:ext>
            </a:extLst>
          </p:cNvPr>
          <p:cNvSpPr>
            <a:spLocks xmlns:a="http://schemas.openxmlformats.org/drawingml/2006/main" noGrp="1"/>
          </p:cNvSpPr>
          <p:nvPr/>
        </p:nvSpPr>
        <p:spPr>
          <a:xfrm xmlns:a="http://schemas.openxmlformats.org/drawingml/2006/main">
            <a:off x="11734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6" name="rect-0016">
            <a:extLst xmlns:a="http://schemas.openxmlformats.org/drawingml/2006/main">
              <a:ext uri="{FF2B5EF4-FFF2-40B4-BE49-F238E27FC236}">
                <a16:creationId xmlns:a16="http://schemas.microsoft.com/office/drawing/2014/main" id="{8ADBBCD4-4D0C-49F0-9990-8A8A67182AF7}"/>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7" name="rect-0017">
            <a:extLst xmlns:a="http://schemas.openxmlformats.org/drawingml/2006/main">
              <a:ext uri="{FF2B5EF4-FFF2-40B4-BE49-F238E27FC236}">
                <a16:creationId xmlns:a16="http://schemas.microsoft.com/office/drawing/2014/main" id="{33D474BF-1284-4EAA-8361-40934DF83F94}"/>
              </a:ext>
            </a:extLst>
          </p:cNvPr>
          <p:cNvSpPr>
            <a:spLocks xmlns:a="http://schemas.openxmlformats.org/drawingml/2006/main" noGrp="1"/>
          </p:cNvSpPr>
          <p:nvPr/>
        </p:nvSpPr>
        <p:spPr>
          <a:xfrm xmlns:a="http://schemas.openxmlformats.org/drawingml/2006/main">
            <a:off x="0" y="838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8" name="rect-0018">
            <a:extLst xmlns:a="http://schemas.openxmlformats.org/drawingml/2006/main">
              <a:ext uri="{FF2B5EF4-FFF2-40B4-BE49-F238E27FC236}">
                <a16:creationId xmlns:a16="http://schemas.microsoft.com/office/drawing/2014/main" id="{198CAFCF-5025-4260-B553-FE64369A0986}"/>
              </a:ext>
            </a:extLst>
          </p:cNvPr>
          <p:cNvSpPr>
            <a:spLocks xmlns:a="http://schemas.openxmlformats.org/drawingml/2006/main" noGrp="1"/>
          </p:cNvSpPr>
          <p:nvPr/>
        </p:nvSpPr>
        <p:spPr>
          <a:xfrm xmlns:a="http://schemas.openxmlformats.org/drawingml/2006/main">
            <a:off x="0" y="1676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9" name="rect-0019">
            <a:extLst xmlns:a="http://schemas.openxmlformats.org/drawingml/2006/main">
              <a:ext uri="{FF2B5EF4-FFF2-40B4-BE49-F238E27FC236}">
                <a16:creationId xmlns:a16="http://schemas.microsoft.com/office/drawing/2014/main" id="{6FD931AC-5522-4C6E-A84A-27FC4E407132}"/>
              </a:ext>
            </a:extLst>
          </p:cNvPr>
          <p:cNvSpPr>
            <a:spLocks xmlns:a="http://schemas.openxmlformats.org/drawingml/2006/main" noGrp="1"/>
          </p:cNvSpPr>
          <p:nvPr/>
        </p:nvSpPr>
        <p:spPr>
          <a:xfrm xmlns:a="http://schemas.openxmlformats.org/drawingml/2006/main">
            <a:off x="0" y="2514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0" name="rect-0020">
            <a:extLst xmlns:a="http://schemas.openxmlformats.org/drawingml/2006/main">
              <a:ext uri="{FF2B5EF4-FFF2-40B4-BE49-F238E27FC236}">
                <a16:creationId xmlns:a16="http://schemas.microsoft.com/office/drawing/2014/main" id="{8ADD5688-B7CE-4DBE-B0D0-96C863BDA9E6}"/>
              </a:ext>
            </a:extLst>
          </p:cNvPr>
          <p:cNvSpPr>
            <a:spLocks xmlns:a="http://schemas.openxmlformats.org/drawingml/2006/main" noGrp="1"/>
          </p:cNvSpPr>
          <p:nvPr/>
        </p:nvSpPr>
        <p:spPr>
          <a:xfrm xmlns:a="http://schemas.openxmlformats.org/drawingml/2006/main">
            <a:off x="0" y="33528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1" name="rect-0021">
            <a:extLst xmlns:a="http://schemas.openxmlformats.org/drawingml/2006/main">
              <a:ext uri="{FF2B5EF4-FFF2-40B4-BE49-F238E27FC236}">
                <a16:creationId xmlns:a16="http://schemas.microsoft.com/office/drawing/2014/main" id="{0D9EC6A2-8CB4-4471-8A5A-1C5414931379}"/>
              </a:ext>
            </a:extLst>
          </p:cNvPr>
          <p:cNvSpPr>
            <a:spLocks xmlns:a="http://schemas.openxmlformats.org/drawingml/2006/main" noGrp="1"/>
          </p:cNvSpPr>
          <p:nvPr/>
        </p:nvSpPr>
        <p:spPr>
          <a:xfrm xmlns:a="http://schemas.openxmlformats.org/drawingml/2006/main">
            <a:off x="0" y="41910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2" name="rect-0022">
            <a:extLst xmlns:a="http://schemas.openxmlformats.org/drawingml/2006/main">
              <a:ext uri="{FF2B5EF4-FFF2-40B4-BE49-F238E27FC236}">
                <a16:creationId xmlns:a16="http://schemas.microsoft.com/office/drawing/2014/main" id="{9E4A7EB0-DEAB-4C3D-BF1A-BB13B024C35A}"/>
              </a:ext>
            </a:extLst>
          </p:cNvPr>
          <p:cNvSpPr>
            <a:spLocks xmlns:a="http://schemas.openxmlformats.org/drawingml/2006/main" noGrp="1"/>
          </p:cNvSpPr>
          <p:nvPr/>
        </p:nvSpPr>
        <p:spPr>
          <a:xfrm xmlns:a="http://schemas.openxmlformats.org/drawingml/2006/main">
            <a:off x="0" y="5029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3" name="rect-0023">
            <a:extLst xmlns:a="http://schemas.openxmlformats.org/drawingml/2006/main">
              <a:ext uri="{FF2B5EF4-FFF2-40B4-BE49-F238E27FC236}">
                <a16:creationId xmlns:a16="http://schemas.microsoft.com/office/drawing/2014/main" id="{0C742866-C75A-47CF-A596-42A2605CA108}"/>
              </a:ext>
            </a:extLst>
          </p:cNvPr>
          <p:cNvSpPr>
            <a:spLocks xmlns:a="http://schemas.openxmlformats.org/drawingml/2006/main" noGrp="1"/>
          </p:cNvSpPr>
          <p:nvPr/>
        </p:nvSpPr>
        <p:spPr>
          <a:xfrm xmlns:a="http://schemas.openxmlformats.org/drawingml/2006/main">
            <a:off x="0" y="5867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4" name="rect-0024">
            <a:extLst xmlns:a="http://schemas.openxmlformats.org/drawingml/2006/main">
              <a:ext uri="{FF2B5EF4-FFF2-40B4-BE49-F238E27FC236}">
                <a16:creationId xmlns:a16="http://schemas.microsoft.com/office/drawing/2014/main" id="{01D3C38D-A5C0-42F8-AAB3-AD029BA5F356}"/>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5" name="rect-0025">
            <a:extLst xmlns:a="http://schemas.openxmlformats.org/drawingml/2006/main">
              <a:ext uri="{FF2B5EF4-FFF2-40B4-BE49-F238E27FC236}">
                <a16:creationId xmlns:a16="http://schemas.microsoft.com/office/drawing/2014/main" id="{93412E32-8011-43FF-BEC3-9495092F3681}"/>
              </a:ext>
            </a:extLst>
          </p:cNvPr>
          <p:cNvSpPr>
            <a:spLocks xmlns:a="http://schemas.openxmlformats.org/drawingml/2006/main" noGrp="1"/>
          </p:cNvSpPr>
          <p:nvPr/>
        </p:nvSpPr>
        <p:spPr>
          <a:xfrm xmlns:a="http://schemas.openxmlformats.org/drawingml/2006/main">
            <a:off x="0" y="0"/>
            <a:ext cx="3171825" cy="7620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26" name="rect-0026">
            <a:extLst xmlns:a="http://schemas.openxmlformats.org/drawingml/2006/main">
              <a:ext uri="{FF2B5EF4-FFF2-40B4-BE49-F238E27FC236}">
                <a16:creationId xmlns:a16="http://schemas.microsoft.com/office/drawing/2014/main" id="{77466CC5-BC32-4A23-A5E5-8D6B02CF5513}"/>
              </a:ext>
            </a:extLst>
          </p:cNvPr>
          <p:cNvSpPr>
            <a:spLocks xmlns:a="http://schemas.openxmlformats.org/drawingml/2006/main" noGrp="1"/>
          </p:cNvSpPr>
          <p:nvPr/>
        </p:nvSpPr>
        <p:spPr>
          <a:xfrm xmlns:a="http://schemas.openxmlformats.org/drawingml/2006/main">
            <a:off x="3171825" y="0"/>
            <a:ext cx="1952625" cy="76200"/>
          </a:xfrm>
          <a:prstGeom xmlns:a="http://schemas.openxmlformats.org/drawingml/2006/main" prst="rect">
            <a:avLst/>
          </a:prstGeom>
          <a:solidFill xmlns:a="http://schemas.openxmlformats.org/drawingml/2006/main">
            <a:srgbClr val="B8842F"/>
          </a:solidFill>
          <a:ln xmlns:a="http://schemas.openxmlformats.org/drawingml/2006/main" w="0">
            <a:noFill/>
            <a:prstDash val="solid"/>
          </a:ln>
        </p:spPr>
      </p:sp>
      <p:sp>
        <p:nvSpPr>
          <p:cNvPr id="27" name="rect-0027">
            <a:extLst xmlns:a="http://schemas.openxmlformats.org/drawingml/2006/main">
              <a:ext uri="{FF2B5EF4-FFF2-40B4-BE49-F238E27FC236}">
                <a16:creationId xmlns:a16="http://schemas.microsoft.com/office/drawing/2014/main" id="{278A5F15-6EF0-4025-96D1-602A13A78B28}"/>
              </a:ext>
            </a:extLst>
          </p:cNvPr>
          <p:cNvSpPr>
            <a:spLocks xmlns:a="http://schemas.openxmlformats.org/drawingml/2006/main" noGrp="1"/>
          </p:cNvSpPr>
          <p:nvPr/>
        </p:nvSpPr>
        <p:spPr>
          <a:xfrm xmlns:a="http://schemas.openxmlformats.org/drawingml/2006/main">
            <a:off x="5124450" y="0"/>
            <a:ext cx="7067550" cy="76200"/>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ce7a7f1e5ea14dc0">
            <a:extLst>
              <a:ext uri="{96DAC541-7B7A-43D3-8B79-37D633B846F1}">
                <asvg:svgBlip xmlns:asvg="http://schemas.microsoft.com/office/drawing/2016/SVG/main" r:embed="Rbe1996b0cd9e48c8"/>
              </a:ext>
            </a:extLst>
          </a:blip>
          <a:stretch xmlns:a="http://schemas.openxmlformats.org/drawingml/2006/main"/>
        </p:blipFill>
        <p:spPr>
          <a:xfrm xmlns:a="http://schemas.openxmlformats.org/drawingml/2006/main">
            <a:off x="9871043" y="289560"/>
            <a:ext cx="1863757" cy="539115"/>
          </a:xfrm>
          <a:prstGeom xmlns:a="http://schemas.openxmlformats.org/drawingml/2006/main" prst="rect">
            <a:avLst/>
          </a:prstGeom>
        </p:spPr>
      </p:pic>
      <p:sp>
        <p:nvSpPr>
          <p:cNvPr id="29" name="text-0028">
            <a:extLst xmlns:a="http://schemas.openxmlformats.org/drawingml/2006/main">
              <a:ext uri="{FF2B5EF4-FFF2-40B4-BE49-F238E27FC236}">
                <a16:creationId xmlns:a16="http://schemas.microsoft.com/office/drawing/2014/main" id="{FF20437F-5601-4A42-B36E-2A6C370DCB99}"/>
              </a:ext>
            </a:extLst>
          </p:cNvPr>
          <p:cNvSpPr>
            <a:spLocks xmlns:a="http://schemas.openxmlformats.org/drawingml/2006/main" noGrp="1"/>
          </p:cNvSpPr>
          <p:nvPr/>
        </p:nvSpPr>
        <p:spPr>
          <a:xfrm xmlns:a="http://schemas.openxmlformats.org/drawingml/2006/main">
            <a:off x="838200" y="7239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A74335"/>
                </a:solidFill>
                <a:latin typeface="PingFang SC"/>
                <a:ea typeface="PingFang SC"/>
                <a:cs typeface="PingFang SC"/>
              </a:defRPr>
            </a:pPr>
            <a:r>
              <a:rPr sz="1200" b="1">
                <a:solidFill>
                  <a:srgbClr val="A74335"/>
                </a:solidFill>
                <a:latin typeface="PingFang SC"/>
                <a:ea typeface="PingFang SC"/>
                <a:cs typeface="PingFang SC"/>
              </a:rPr>
              <a:t>AI 使用入门 · 培训课</a:t>
            </a:r>
          </a:p>
        </p:txBody>
      </p:sp>
      <p:sp>
        <p:nvSpPr>
          <p:cNvPr id="30" name="text-0029">
            <a:extLst xmlns:a="http://schemas.openxmlformats.org/drawingml/2006/main">
              <a:ext uri="{FF2B5EF4-FFF2-40B4-BE49-F238E27FC236}">
                <a16:creationId xmlns:a16="http://schemas.microsoft.com/office/drawing/2014/main" id="{FFE01939-CE4A-41B4-B608-06BC22B47190}"/>
              </a:ext>
            </a:extLst>
          </p:cNvPr>
          <p:cNvSpPr>
            <a:spLocks xmlns:a="http://schemas.openxmlformats.org/drawingml/2006/main" noGrp="1"/>
          </p:cNvSpPr>
          <p:nvPr/>
        </p:nvSpPr>
        <p:spPr>
          <a:xfrm xmlns:a="http://schemas.openxmlformats.org/drawingml/2006/main">
            <a:off x="819150" y="1219200"/>
            <a:ext cx="85725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5700" b="1">
                <a:solidFill>
                  <a:srgbClr val="182338"/>
                </a:solidFill>
                <a:latin typeface="Songti SC"/>
                <a:ea typeface="Songti SC"/>
                <a:cs typeface="Songti SC"/>
              </a:defRPr>
            </a:pPr>
            <a:r>
              <a:rPr sz="5700" b="1">
                <a:solidFill>
                  <a:srgbClr val="182338"/>
                </a:solidFill>
                <a:latin typeface="Songti SC"/>
                <a:ea typeface="Songti SC"/>
                <a:cs typeface="Songti SC"/>
              </a:rPr>
              <a:t>AI时代</a:t>
            </a:r>
          </a:p>
          <a:p xmlns:a="http://schemas.openxmlformats.org/drawingml/2006/main">
            <a:pPr algn="l">
              <a:lnSpc>
                <a:spcPct val="90000"/>
              </a:lnSpc>
              <a:buNone/>
              <a:defRPr sz="5700" b="1">
                <a:solidFill>
                  <a:srgbClr val="182338"/>
                </a:solidFill>
                <a:latin typeface="Songti SC"/>
                <a:ea typeface="Songti SC"/>
                <a:cs typeface="Songti SC"/>
              </a:defRPr>
            </a:pPr>
            <a:r>
              <a:rPr sz="5700" b="1">
                <a:solidFill>
                  <a:srgbClr val="182338"/>
                </a:solidFill>
                <a:latin typeface="Songti SC"/>
                <a:ea typeface="Songti SC"/>
                <a:cs typeface="Songti SC"/>
              </a:rPr>
              <a:t>从会使用到会管理</a:t>
            </a:r>
          </a:p>
        </p:txBody>
      </p:sp>
      <p:sp>
        <p:nvSpPr>
          <p:cNvPr id="31" name="text-0030">
            <a:extLst xmlns:a="http://schemas.openxmlformats.org/drawingml/2006/main">
              <a:ext uri="{FF2B5EF4-FFF2-40B4-BE49-F238E27FC236}">
                <a16:creationId xmlns:a16="http://schemas.microsoft.com/office/drawing/2014/main" id="{A717B6ED-1999-4DAE-AFB6-C5C39432E1A3}"/>
              </a:ext>
            </a:extLst>
          </p:cNvPr>
          <p:cNvSpPr>
            <a:spLocks xmlns:a="http://schemas.openxmlformats.org/drawingml/2006/main" noGrp="1"/>
          </p:cNvSpPr>
          <p:nvPr/>
        </p:nvSpPr>
        <p:spPr>
          <a:xfrm xmlns:a="http://schemas.openxmlformats.org/drawingml/2006/main">
            <a:off x="876300" y="3476625"/>
            <a:ext cx="904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0">
                <a:solidFill>
                  <a:srgbClr val="687287"/>
                </a:solidFill>
                <a:latin typeface="PingFang SC"/>
                <a:ea typeface="PingFang SC"/>
                <a:cs typeface="PingFang SC"/>
              </a:defRPr>
            </a:pPr>
            <a:r>
              <a:rPr sz="2100" b="0">
                <a:solidFill>
                  <a:srgbClr val="687287"/>
                </a:solidFill>
                <a:latin typeface="PingFang SC"/>
                <a:ea typeface="PingFang SC"/>
                <a:cs typeface="PingFang SC"/>
              </a:rPr>
              <a:t>给第一次接触AI的人，一张简单、能落地的认知地图</a:t>
            </a:r>
          </a:p>
        </p:txBody>
      </p:sp>
      <p:sp>
        <p:nvSpPr>
          <p:cNvPr id="32" name="text-0031">
            <a:extLst xmlns:a="http://schemas.openxmlformats.org/drawingml/2006/main">
              <a:ext uri="{FF2B5EF4-FFF2-40B4-BE49-F238E27FC236}">
                <a16:creationId xmlns:a16="http://schemas.microsoft.com/office/drawing/2014/main" id="{DF62C184-70AF-4E61-A8E8-C46F6AA6653D}"/>
              </a:ext>
            </a:extLst>
          </p:cNvPr>
          <p:cNvSpPr>
            <a:spLocks xmlns:a="http://schemas.openxmlformats.org/drawingml/2006/main" noGrp="1"/>
          </p:cNvSpPr>
          <p:nvPr/>
        </p:nvSpPr>
        <p:spPr>
          <a:xfrm xmlns:a="http://schemas.openxmlformats.org/drawingml/2006/main">
            <a:off x="876300" y="40767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2F5F83"/>
                </a:solidFill>
                <a:latin typeface="PingFang SC"/>
                <a:ea typeface="PingFang SC"/>
                <a:cs typeface="PingFang SC"/>
              </a:defRPr>
            </a:pPr>
            <a:r>
              <a:rPr sz="1275" b="1">
                <a:solidFill>
                  <a:srgbClr val="2F5F83"/>
                </a:solidFill>
                <a:latin typeface="PingFang SC"/>
                <a:ea typeface="PingFang SC"/>
                <a:cs typeface="PingFang SC"/>
              </a:rPr>
              <a:t>政府工作人员  ·  国企事业单位人员  ·  学生</a:t>
            </a:r>
          </a:p>
        </p:txBody>
      </p:sp>
      <p:sp>
        <p:nvSpPr>
          <p:cNvPr id="33" name="rect-0032">
            <a:extLst xmlns:a="http://schemas.openxmlformats.org/drawingml/2006/main">
              <a:ext uri="{FF2B5EF4-FFF2-40B4-BE49-F238E27FC236}">
                <a16:creationId xmlns:a16="http://schemas.microsoft.com/office/drawing/2014/main" id="{D51106AF-CE26-4AF2-9428-A6F45CF7F180}"/>
              </a:ext>
            </a:extLst>
          </p:cNvPr>
          <p:cNvSpPr>
            <a:spLocks xmlns:a="http://schemas.openxmlformats.org/drawingml/2006/main" noGrp="1"/>
          </p:cNvSpPr>
          <p:nvPr/>
        </p:nvSpPr>
        <p:spPr>
          <a:xfrm xmlns:a="http://schemas.openxmlformats.org/drawingml/2006/main">
            <a:off x="838200" y="4857750"/>
            <a:ext cx="10096500" cy="895350"/>
          </a:xfrm>
          <a:prstGeom xmlns:a="http://schemas.openxmlformats.org/drawingml/2006/main" prst="rect">
            <a:avLst/>
          </a:prstGeom>
          <a:solidFill xmlns:a="http://schemas.openxmlformats.org/drawingml/2006/main">
            <a:srgbClr val="FFFDF8"/>
          </a:solidFill>
          <a:ln xmlns:a="http://schemas.openxmlformats.org/drawingml/2006/main" w="9525">
            <a:solidFill>
              <a:srgbClr val="D8D2C5"/>
            </a:solidFill>
            <a:prstDash val="solid"/>
          </a:ln>
        </p:spPr>
      </p:sp>
      <p:sp>
        <p:nvSpPr>
          <p:cNvPr id="34" name="rect-0033">
            <a:extLst xmlns:a="http://schemas.openxmlformats.org/drawingml/2006/main">
              <a:ext uri="{FF2B5EF4-FFF2-40B4-BE49-F238E27FC236}">
                <a16:creationId xmlns:a16="http://schemas.microsoft.com/office/drawing/2014/main" id="{5577922D-8BFA-40FF-B9C4-022FCBAF2DC8}"/>
              </a:ext>
            </a:extLst>
          </p:cNvPr>
          <p:cNvSpPr>
            <a:spLocks xmlns:a="http://schemas.openxmlformats.org/drawingml/2006/main" noGrp="1"/>
          </p:cNvSpPr>
          <p:nvPr/>
        </p:nvSpPr>
        <p:spPr>
          <a:xfrm xmlns:a="http://schemas.openxmlformats.org/drawingml/2006/main">
            <a:off x="838200" y="4857750"/>
            <a:ext cx="66675" cy="89535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35" name="text-0034">
            <a:extLst xmlns:a="http://schemas.openxmlformats.org/drawingml/2006/main">
              <a:ext uri="{FF2B5EF4-FFF2-40B4-BE49-F238E27FC236}">
                <a16:creationId xmlns:a16="http://schemas.microsoft.com/office/drawing/2014/main" id="{D38BF301-DE9D-4619-9983-ED1087BF3B48}"/>
              </a:ext>
            </a:extLst>
          </p:cNvPr>
          <p:cNvSpPr>
            <a:spLocks xmlns:a="http://schemas.openxmlformats.org/drawingml/2006/main" noGrp="1"/>
          </p:cNvSpPr>
          <p:nvPr/>
        </p:nvSpPr>
        <p:spPr>
          <a:xfrm xmlns:a="http://schemas.openxmlformats.org/drawingml/2006/main">
            <a:off x="1162050" y="5019675"/>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13"/>
          </a:bodyPr>
          <a:lstStyle xmlns:a="http://schemas.openxmlformats.org/drawingml/2006/main"/>
          <a:p xmlns:a="http://schemas.openxmlformats.org/drawingml/2006/main">
            <a:pPr algn="l">
              <a:lnSpc>
                <a:spcPct val="105000"/>
              </a:lnSpc>
              <a:buNone/>
              <a:defRPr sz="1875" b="1">
                <a:solidFill>
                  <a:srgbClr val="182338"/>
                </a:solidFill>
                <a:latin typeface="PingFang SC"/>
                <a:ea typeface="PingFang SC"/>
                <a:cs typeface="PingFang SC"/>
              </a:defRPr>
            </a:pPr>
            <a:r>
              <a:rPr sz="1875" b="1">
                <a:solidFill>
                  <a:srgbClr val="182338"/>
                </a:solidFill>
                <a:latin typeface="PingFang SC"/>
                <a:ea typeface="PingFang SC"/>
                <a:cs typeface="PingFang SC"/>
              </a:rPr>
              <a:t>今天只回答三个问题：</a:t>
            </a:r>
          </a:p>
          <a:p xmlns:a="http://schemas.openxmlformats.org/drawingml/2006/main">
            <a:pPr algn="l">
              <a:lnSpc>
                <a:spcPct val="105000"/>
              </a:lnSpc>
              <a:buNone/>
              <a:defRPr sz="1875" b="1">
                <a:solidFill>
                  <a:srgbClr val="182338"/>
                </a:solidFill>
                <a:latin typeface="PingFang SC"/>
                <a:ea typeface="PingFang SC"/>
                <a:cs typeface="PingFang SC"/>
              </a:defRPr>
            </a:pPr>
            <a:r>
              <a:rPr sz="1875" b="1">
                <a:solidFill>
                  <a:srgbClr val="182338"/>
                </a:solidFill>
                <a:latin typeface="PingFang SC"/>
                <a:ea typeface="PingFang SC"/>
                <a:cs typeface="PingFang SC"/>
              </a:rPr>
              <a:t>AI改变了什么？怎样真正用起来？人还需要负责什么？</a:t>
            </a:r>
          </a:p>
        </p:txBody>
      </p:sp>
      <p:sp>
        <p:nvSpPr>
          <p:cNvPr id="36" name="text-0035">
            <a:extLst xmlns:a="http://schemas.openxmlformats.org/drawingml/2006/main">
              <a:ext uri="{FF2B5EF4-FFF2-40B4-BE49-F238E27FC236}">
                <a16:creationId xmlns:a16="http://schemas.microsoft.com/office/drawing/2014/main" id="{008276D7-75A0-4AE0-8253-652EA8CD753F}"/>
              </a:ext>
            </a:extLst>
          </p:cNvPr>
          <p:cNvSpPr>
            <a:spLocks xmlns:a="http://schemas.openxmlformats.org/drawingml/2006/main" noGrp="1"/>
          </p:cNvSpPr>
          <p:nvPr/>
        </p:nvSpPr>
        <p:spPr>
          <a:xfrm xmlns:a="http://schemas.openxmlformats.org/drawingml/2006/main">
            <a:off x="10382250" y="62865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a:solidFill>
                  <a:srgbClr val="687287"/>
                </a:solidFill>
                <a:latin typeface="PingFang SC"/>
                <a:ea typeface="PingFang SC"/>
                <a:cs typeface="PingFang SC"/>
              </a:defRPr>
            </a:pPr>
            <a:r>
              <a:rPr sz="1050" b="0">
                <a:solidFill>
                  <a:srgbClr val="687287"/>
                </a:solidFill>
                <a:latin typeface="PingFang SC"/>
                <a:ea typeface="PingFang SC"/>
                <a:cs typeface="PingFang SC"/>
              </a:rPr>
              <a:t>约30分钟</a:t>
            </a:r>
          </a:p>
        </p:txBody>
      </p:sp>
    </p:spTree>
    <p:extLst>
      <p:ext uri="{BB962C8B-B14F-4D97-AF65-F5344CB8AC3E}">
        <p14:creationId xmlns:p14="http://schemas.microsoft.com/office/powerpoint/2010/main" val="608270338"/>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48" name="rect-0036">
            <a:extLst xmlns:a="http://schemas.openxmlformats.org/drawingml/2006/main">
              <a:ext uri="{FF2B5EF4-FFF2-40B4-BE49-F238E27FC236}">
                <a16:creationId xmlns:a16="http://schemas.microsoft.com/office/drawing/2014/main" id="{A3E25559-34D3-4CEB-A07C-A61AE5306620}"/>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 name="rect-0037">
            <a:extLst xmlns:a="http://schemas.openxmlformats.org/drawingml/2006/main">
              <a:ext uri="{FF2B5EF4-FFF2-40B4-BE49-F238E27FC236}">
                <a16:creationId xmlns:a16="http://schemas.microsoft.com/office/drawing/2014/main" id="{08CBA58C-A3F5-4334-9A24-5EB63CB644A9}"/>
              </a:ext>
            </a:extLst>
          </p:cNvPr>
          <p:cNvSpPr>
            <a:spLocks xmlns:a="http://schemas.openxmlformats.org/drawingml/2006/main" noGrp="1"/>
          </p:cNvSpPr>
          <p:nvPr/>
        </p:nvSpPr>
        <p:spPr>
          <a:xfrm xmlns:a="http://schemas.openxmlformats.org/drawingml/2006/main">
            <a:off x="838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3" name="rect-0038">
            <a:extLst xmlns:a="http://schemas.openxmlformats.org/drawingml/2006/main">
              <a:ext uri="{FF2B5EF4-FFF2-40B4-BE49-F238E27FC236}">
                <a16:creationId xmlns:a16="http://schemas.microsoft.com/office/drawing/2014/main" id="{96A33B7B-C626-4E37-A078-06522395920C}"/>
              </a:ext>
            </a:extLst>
          </p:cNvPr>
          <p:cNvSpPr>
            <a:spLocks xmlns:a="http://schemas.openxmlformats.org/drawingml/2006/main" noGrp="1"/>
          </p:cNvSpPr>
          <p:nvPr/>
        </p:nvSpPr>
        <p:spPr>
          <a:xfrm xmlns:a="http://schemas.openxmlformats.org/drawingml/2006/main">
            <a:off x="1676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4" name="rect-0039">
            <a:extLst xmlns:a="http://schemas.openxmlformats.org/drawingml/2006/main">
              <a:ext uri="{FF2B5EF4-FFF2-40B4-BE49-F238E27FC236}">
                <a16:creationId xmlns:a16="http://schemas.microsoft.com/office/drawing/2014/main" id="{89238F17-2FE8-4178-86F0-13773C13DC85}"/>
              </a:ext>
            </a:extLst>
          </p:cNvPr>
          <p:cNvSpPr>
            <a:spLocks xmlns:a="http://schemas.openxmlformats.org/drawingml/2006/main" noGrp="1"/>
          </p:cNvSpPr>
          <p:nvPr/>
        </p:nvSpPr>
        <p:spPr>
          <a:xfrm xmlns:a="http://schemas.openxmlformats.org/drawingml/2006/main">
            <a:off x="2514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5" name="rect-0040">
            <a:extLst xmlns:a="http://schemas.openxmlformats.org/drawingml/2006/main">
              <a:ext uri="{FF2B5EF4-FFF2-40B4-BE49-F238E27FC236}">
                <a16:creationId xmlns:a16="http://schemas.microsoft.com/office/drawing/2014/main" id="{C5F280CA-4582-4AA9-8E09-E0DBF1D0E75C}"/>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6" name="rect-0041">
            <a:extLst xmlns:a="http://schemas.openxmlformats.org/drawingml/2006/main">
              <a:ext uri="{FF2B5EF4-FFF2-40B4-BE49-F238E27FC236}">
                <a16:creationId xmlns:a16="http://schemas.microsoft.com/office/drawing/2014/main" id="{FDC0D126-67A1-4F15-9920-3D89D3237977}"/>
              </a:ext>
            </a:extLst>
          </p:cNvPr>
          <p:cNvSpPr>
            <a:spLocks xmlns:a="http://schemas.openxmlformats.org/drawingml/2006/main" noGrp="1"/>
          </p:cNvSpPr>
          <p:nvPr/>
        </p:nvSpPr>
        <p:spPr>
          <a:xfrm xmlns:a="http://schemas.openxmlformats.org/drawingml/2006/main">
            <a:off x="4191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7" name="rect-0042">
            <a:extLst xmlns:a="http://schemas.openxmlformats.org/drawingml/2006/main">
              <a:ext uri="{FF2B5EF4-FFF2-40B4-BE49-F238E27FC236}">
                <a16:creationId xmlns:a16="http://schemas.microsoft.com/office/drawing/2014/main" id="{3657FEF4-5873-4263-BB22-CA498853AF2B}"/>
              </a:ext>
            </a:extLst>
          </p:cNvPr>
          <p:cNvSpPr>
            <a:spLocks xmlns:a="http://schemas.openxmlformats.org/drawingml/2006/main" noGrp="1"/>
          </p:cNvSpPr>
          <p:nvPr/>
        </p:nvSpPr>
        <p:spPr>
          <a:xfrm xmlns:a="http://schemas.openxmlformats.org/drawingml/2006/main">
            <a:off x="5029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8" name="rect-0043">
            <a:extLst xmlns:a="http://schemas.openxmlformats.org/drawingml/2006/main">
              <a:ext uri="{FF2B5EF4-FFF2-40B4-BE49-F238E27FC236}">
                <a16:creationId xmlns:a16="http://schemas.microsoft.com/office/drawing/2014/main" id="{E658EB3C-5B5F-402F-BD34-435B916F9953}"/>
              </a:ext>
            </a:extLst>
          </p:cNvPr>
          <p:cNvSpPr>
            <a:spLocks xmlns:a="http://schemas.openxmlformats.org/drawingml/2006/main" noGrp="1"/>
          </p:cNvSpPr>
          <p:nvPr/>
        </p:nvSpPr>
        <p:spPr>
          <a:xfrm xmlns:a="http://schemas.openxmlformats.org/drawingml/2006/main">
            <a:off x="5867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9" name="rect-0044">
            <a:extLst xmlns:a="http://schemas.openxmlformats.org/drawingml/2006/main">
              <a:ext uri="{FF2B5EF4-FFF2-40B4-BE49-F238E27FC236}">
                <a16:creationId xmlns:a16="http://schemas.microsoft.com/office/drawing/2014/main" id="{7F5B5D0C-E910-4BA8-A32B-F664DEAE589D}"/>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0" name="rect-0045">
            <a:extLst xmlns:a="http://schemas.openxmlformats.org/drawingml/2006/main">
              <a:ext uri="{FF2B5EF4-FFF2-40B4-BE49-F238E27FC236}">
                <a16:creationId xmlns:a16="http://schemas.microsoft.com/office/drawing/2014/main" id="{EABDB6BF-9FF3-41B0-8829-5E8B548B3390}"/>
              </a:ext>
            </a:extLst>
          </p:cNvPr>
          <p:cNvSpPr>
            <a:spLocks xmlns:a="http://schemas.openxmlformats.org/drawingml/2006/main" noGrp="1"/>
          </p:cNvSpPr>
          <p:nvPr/>
        </p:nvSpPr>
        <p:spPr>
          <a:xfrm xmlns:a="http://schemas.openxmlformats.org/drawingml/2006/main">
            <a:off x="7543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1" name="rect-0046">
            <a:extLst xmlns:a="http://schemas.openxmlformats.org/drawingml/2006/main">
              <a:ext uri="{FF2B5EF4-FFF2-40B4-BE49-F238E27FC236}">
                <a16:creationId xmlns:a16="http://schemas.microsoft.com/office/drawing/2014/main" id="{20160121-74A2-40F0-996E-B7B6D58EE7E0}"/>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2" name="rect-0047">
            <a:extLst xmlns:a="http://schemas.openxmlformats.org/drawingml/2006/main">
              <a:ext uri="{FF2B5EF4-FFF2-40B4-BE49-F238E27FC236}">
                <a16:creationId xmlns:a16="http://schemas.microsoft.com/office/drawing/2014/main" id="{ABDD41B5-FB1F-4729-8058-F7E8FE172F79}"/>
              </a:ext>
            </a:extLst>
          </p:cNvPr>
          <p:cNvSpPr>
            <a:spLocks xmlns:a="http://schemas.openxmlformats.org/drawingml/2006/main" noGrp="1"/>
          </p:cNvSpPr>
          <p:nvPr/>
        </p:nvSpPr>
        <p:spPr>
          <a:xfrm xmlns:a="http://schemas.openxmlformats.org/drawingml/2006/main">
            <a:off x="9220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3" name="rect-0048">
            <a:extLst xmlns:a="http://schemas.openxmlformats.org/drawingml/2006/main">
              <a:ext uri="{FF2B5EF4-FFF2-40B4-BE49-F238E27FC236}">
                <a16:creationId xmlns:a16="http://schemas.microsoft.com/office/drawing/2014/main" id="{1DC65E95-E074-4238-A6C5-5732F76F0242}"/>
              </a:ext>
            </a:extLst>
          </p:cNvPr>
          <p:cNvSpPr>
            <a:spLocks xmlns:a="http://schemas.openxmlformats.org/drawingml/2006/main" noGrp="1"/>
          </p:cNvSpPr>
          <p:nvPr/>
        </p:nvSpPr>
        <p:spPr>
          <a:xfrm xmlns:a="http://schemas.openxmlformats.org/drawingml/2006/main">
            <a:off x="10058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4" name="rect-0049">
            <a:extLst xmlns:a="http://schemas.openxmlformats.org/drawingml/2006/main">
              <a:ext uri="{FF2B5EF4-FFF2-40B4-BE49-F238E27FC236}">
                <a16:creationId xmlns:a16="http://schemas.microsoft.com/office/drawing/2014/main" id="{6375A995-DF20-4C67-9F6E-D0946EF3CFD3}"/>
              </a:ext>
            </a:extLst>
          </p:cNvPr>
          <p:cNvSpPr>
            <a:spLocks xmlns:a="http://schemas.openxmlformats.org/drawingml/2006/main" noGrp="1"/>
          </p:cNvSpPr>
          <p:nvPr/>
        </p:nvSpPr>
        <p:spPr>
          <a:xfrm xmlns:a="http://schemas.openxmlformats.org/drawingml/2006/main">
            <a:off x="10896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5" name="rect-0050">
            <a:extLst xmlns:a="http://schemas.openxmlformats.org/drawingml/2006/main">
              <a:ext uri="{FF2B5EF4-FFF2-40B4-BE49-F238E27FC236}">
                <a16:creationId xmlns:a16="http://schemas.microsoft.com/office/drawing/2014/main" id="{F3B7B1EF-307A-4B9F-9D04-33844B5ED0F8}"/>
              </a:ext>
            </a:extLst>
          </p:cNvPr>
          <p:cNvSpPr>
            <a:spLocks xmlns:a="http://schemas.openxmlformats.org/drawingml/2006/main" noGrp="1"/>
          </p:cNvSpPr>
          <p:nvPr/>
        </p:nvSpPr>
        <p:spPr>
          <a:xfrm xmlns:a="http://schemas.openxmlformats.org/drawingml/2006/main">
            <a:off x="11734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6" name="rect-0051">
            <a:extLst xmlns:a="http://schemas.openxmlformats.org/drawingml/2006/main">
              <a:ext uri="{FF2B5EF4-FFF2-40B4-BE49-F238E27FC236}">
                <a16:creationId xmlns:a16="http://schemas.microsoft.com/office/drawing/2014/main" id="{5812BD3B-FF51-43A0-9D15-FC31F7F8D137}"/>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7" name="rect-0052">
            <a:extLst xmlns:a="http://schemas.openxmlformats.org/drawingml/2006/main">
              <a:ext uri="{FF2B5EF4-FFF2-40B4-BE49-F238E27FC236}">
                <a16:creationId xmlns:a16="http://schemas.microsoft.com/office/drawing/2014/main" id="{E90A93FC-EC98-44D5-BBA8-737216E3FE6E}"/>
              </a:ext>
            </a:extLst>
          </p:cNvPr>
          <p:cNvSpPr>
            <a:spLocks xmlns:a="http://schemas.openxmlformats.org/drawingml/2006/main" noGrp="1"/>
          </p:cNvSpPr>
          <p:nvPr/>
        </p:nvSpPr>
        <p:spPr>
          <a:xfrm xmlns:a="http://schemas.openxmlformats.org/drawingml/2006/main">
            <a:off x="0" y="838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8" name="rect-0053">
            <a:extLst xmlns:a="http://schemas.openxmlformats.org/drawingml/2006/main">
              <a:ext uri="{FF2B5EF4-FFF2-40B4-BE49-F238E27FC236}">
                <a16:creationId xmlns:a16="http://schemas.microsoft.com/office/drawing/2014/main" id="{0ED0C14B-0307-4E1E-88C3-4EF3F793FFC7}"/>
              </a:ext>
            </a:extLst>
          </p:cNvPr>
          <p:cNvSpPr>
            <a:spLocks xmlns:a="http://schemas.openxmlformats.org/drawingml/2006/main" noGrp="1"/>
          </p:cNvSpPr>
          <p:nvPr/>
        </p:nvSpPr>
        <p:spPr>
          <a:xfrm xmlns:a="http://schemas.openxmlformats.org/drawingml/2006/main">
            <a:off x="0" y="1676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9" name="rect-0054">
            <a:extLst xmlns:a="http://schemas.openxmlformats.org/drawingml/2006/main">
              <a:ext uri="{FF2B5EF4-FFF2-40B4-BE49-F238E27FC236}">
                <a16:creationId xmlns:a16="http://schemas.microsoft.com/office/drawing/2014/main" id="{4A23E9A8-CECC-45A8-B2AB-DA5B6F588D39}"/>
              </a:ext>
            </a:extLst>
          </p:cNvPr>
          <p:cNvSpPr>
            <a:spLocks xmlns:a="http://schemas.openxmlformats.org/drawingml/2006/main" noGrp="1"/>
          </p:cNvSpPr>
          <p:nvPr/>
        </p:nvSpPr>
        <p:spPr>
          <a:xfrm xmlns:a="http://schemas.openxmlformats.org/drawingml/2006/main">
            <a:off x="0" y="2514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0" name="rect-0055">
            <a:extLst xmlns:a="http://schemas.openxmlformats.org/drawingml/2006/main">
              <a:ext uri="{FF2B5EF4-FFF2-40B4-BE49-F238E27FC236}">
                <a16:creationId xmlns:a16="http://schemas.microsoft.com/office/drawing/2014/main" id="{7BE13614-10AE-473C-ACCE-32E3325DA16D}"/>
              </a:ext>
            </a:extLst>
          </p:cNvPr>
          <p:cNvSpPr>
            <a:spLocks xmlns:a="http://schemas.openxmlformats.org/drawingml/2006/main" noGrp="1"/>
          </p:cNvSpPr>
          <p:nvPr/>
        </p:nvSpPr>
        <p:spPr>
          <a:xfrm xmlns:a="http://schemas.openxmlformats.org/drawingml/2006/main">
            <a:off x="0" y="33528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1" name="rect-0056">
            <a:extLst xmlns:a="http://schemas.openxmlformats.org/drawingml/2006/main">
              <a:ext uri="{FF2B5EF4-FFF2-40B4-BE49-F238E27FC236}">
                <a16:creationId xmlns:a16="http://schemas.microsoft.com/office/drawing/2014/main" id="{E2223B68-1A6B-4E0E-A3CC-C0044DD1061F}"/>
              </a:ext>
            </a:extLst>
          </p:cNvPr>
          <p:cNvSpPr>
            <a:spLocks xmlns:a="http://schemas.openxmlformats.org/drawingml/2006/main" noGrp="1"/>
          </p:cNvSpPr>
          <p:nvPr/>
        </p:nvSpPr>
        <p:spPr>
          <a:xfrm xmlns:a="http://schemas.openxmlformats.org/drawingml/2006/main">
            <a:off x="0" y="41910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2" name="rect-0057">
            <a:extLst xmlns:a="http://schemas.openxmlformats.org/drawingml/2006/main">
              <a:ext uri="{FF2B5EF4-FFF2-40B4-BE49-F238E27FC236}">
                <a16:creationId xmlns:a16="http://schemas.microsoft.com/office/drawing/2014/main" id="{06E6D83D-E6E8-45BC-B7D6-1166E7645A67}"/>
              </a:ext>
            </a:extLst>
          </p:cNvPr>
          <p:cNvSpPr>
            <a:spLocks xmlns:a="http://schemas.openxmlformats.org/drawingml/2006/main" noGrp="1"/>
          </p:cNvSpPr>
          <p:nvPr/>
        </p:nvSpPr>
        <p:spPr>
          <a:xfrm xmlns:a="http://schemas.openxmlformats.org/drawingml/2006/main">
            <a:off x="0" y="5029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3" name="rect-0058">
            <a:extLst xmlns:a="http://schemas.openxmlformats.org/drawingml/2006/main">
              <a:ext uri="{FF2B5EF4-FFF2-40B4-BE49-F238E27FC236}">
                <a16:creationId xmlns:a16="http://schemas.microsoft.com/office/drawing/2014/main" id="{B8CD42D3-CFEF-4C74-823A-5FE93BB9CCFE}"/>
              </a:ext>
            </a:extLst>
          </p:cNvPr>
          <p:cNvSpPr>
            <a:spLocks xmlns:a="http://schemas.openxmlformats.org/drawingml/2006/main" noGrp="1"/>
          </p:cNvSpPr>
          <p:nvPr/>
        </p:nvSpPr>
        <p:spPr>
          <a:xfrm xmlns:a="http://schemas.openxmlformats.org/drawingml/2006/main">
            <a:off x="0" y="5867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4" name="rect-0059">
            <a:extLst xmlns:a="http://schemas.openxmlformats.org/drawingml/2006/main">
              <a:ext uri="{FF2B5EF4-FFF2-40B4-BE49-F238E27FC236}">
                <a16:creationId xmlns:a16="http://schemas.microsoft.com/office/drawing/2014/main" id="{CB01007B-A117-4CF8-A5C8-77A775F0849D}"/>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5" name="rect-0060">
            <a:extLst xmlns:a="http://schemas.openxmlformats.org/drawingml/2006/main">
              <a:ext uri="{FF2B5EF4-FFF2-40B4-BE49-F238E27FC236}">
                <a16:creationId xmlns:a16="http://schemas.microsoft.com/office/drawing/2014/main" id="{BE16B714-6937-474E-9796-1C3A31E9BA47}"/>
              </a:ext>
            </a:extLst>
          </p:cNvPr>
          <p:cNvSpPr>
            <a:spLocks xmlns:a="http://schemas.openxmlformats.org/drawingml/2006/main" noGrp="1"/>
          </p:cNvSpPr>
          <p:nvPr/>
        </p:nvSpPr>
        <p:spPr>
          <a:xfrm xmlns:a="http://schemas.openxmlformats.org/drawingml/2006/main">
            <a:off x="0" y="0"/>
            <a:ext cx="3171825" cy="7620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26" name="rect-0061">
            <a:extLst xmlns:a="http://schemas.openxmlformats.org/drawingml/2006/main">
              <a:ext uri="{FF2B5EF4-FFF2-40B4-BE49-F238E27FC236}">
                <a16:creationId xmlns:a16="http://schemas.microsoft.com/office/drawing/2014/main" id="{E32B1C3B-D2C9-44C9-A88C-532BAC93ABE9}"/>
              </a:ext>
            </a:extLst>
          </p:cNvPr>
          <p:cNvSpPr>
            <a:spLocks xmlns:a="http://schemas.openxmlformats.org/drawingml/2006/main" noGrp="1"/>
          </p:cNvSpPr>
          <p:nvPr/>
        </p:nvSpPr>
        <p:spPr>
          <a:xfrm xmlns:a="http://schemas.openxmlformats.org/drawingml/2006/main">
            <a:off x="3171825" y="0"/>
            <a:ext cx="1952625" cy="76200"/>
          </a:xfrm>
          <a:prstGeom xmlns:a="http://schemas.openxmlformats.org/drawingml/2006/main" prst="rect">
            <a:avLst/>
          </a:prstGeom>
          <a:solidFill xmlns:a="http://schemas.openxmlformats.org/drawingml/2006/main">
            <a:srgbClr val="B8842F"/>
          </a:solidFill>
          <a:ln xmlns:a="http://schemas.openxmlformats.org/drawingml/2006/main" w="0">
            <a:noFill/>
            <a:prstDash val="solid"/>
          </a:ln>
        </p:spPr>
      </p:sp>
      <p:sp>
        <p:nvSpPr>
          <p:cNvPr id="27" name="rect-0062">
            <a:extLst xmlns:a="http://schemas.openxmlformats.org/drawingml/2006/main">
              <a:ext uri="{FF2B5EF4-FFF2-40B4-BE49-F238E27FC236}">
                <a16:creationId xmlns:a16="http://schemas.microsoft.com/office/drawing/2014/main" id="{2888A99C-B2F9-43D4-B7B7-46FC07BCFAFB}"/>
              </a:ext>
            </a:extLst>
          </p:cNvPr>
          <p:cNvSpPr>
            <a:spLocks xmlns:a="http://schemas.openxmlformats.org/drawingml/2006/main" noGrp="1"/>
          </p:cNvSpPr>
          <p:nvPr/>
        </p:nvSpPr>
        <p:spPr>
          <a:xfrm xmlns:a="http://schemas.openxmlformats.org/drawingml/2006/main">
            <a:off x="5124450" y="0"/>
            <a:ext cx="7067550" cy="76200"/>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50eb7aeba5e3424e">
            <a:extLst>
              <a:ext uri="{96DAC541-7B7A-43D3-8B79-37D633B846F1}">
                <asvg:svgBlip xmlns:asvg="http://schemas.microsoft.com/office/drawing/2016/SVG/main" r:embed="Rea1c805890924185"/>
              </a:ext>
            </a:extLst>
          </a:blip>
          <a:stretch xmlns:a="http://schemas.openxmlformats.org/drawingml/2006/main"/>
        </p:blipFill>
        <p:spPr>
          <a:xfrm xmlns:a="http://schemas.openxmlformats.org/drawingml/2006/main">
            <a:off x="9871043" y="289560"/>
            <a:ext cx="1863757" cy="539115"/>
          </a:xfrm>
          <a:prstGeom xmlns:a="http://schemas.openxmlformats.org/drawingml/2006/main" prst="rect">
            <a:avLst/>
          </a:prstGeom>
        </p:spPr>
      </p:pic>
      <p:sp>
        <p:nvSpPr>
          <p:cNvPr id="29" name="text-0063">
            <a:extLst xmlns:a="http://schemas.openxmlformats.org/drawingml/2006/main">
              <a:ext uri="{FF2B5EF4-FFF2-40B4-BE49-F238E27FC236}">
                <a16:creationId xmlns:a16="http://schemas.microsoft.com/office/drawing/2014/main" id="{B507BE54-5335-4E0C-8E17-9F66A5879A93}"/>
              </a:ext>
            </a:extLst>
          </p:cNvPr>
          <p:cNvSpPr>
            <a:spLocks xmlns:a="http://schemas.openxmlformats.org/drawingml/2006/main" noGrp="1"/>
          </p:cNvSpPr>
          <p:nvPr/>
        </p:nvSpPr>
        <p:spPr>
          <a:xfrm xmlns:a="http://schemas.openxmlformats.org/drawingml/2006/main">
            <a:off x="685800" y="6572250"/>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87287"/>
                </a:solidFill>
                <a:latin typeface="PingFang SC"/>
                <a:ea typeface="PingFang SC"/>
                <a:cs typeface="PingFang SC"/>
              </a:defRPr>
            </a:pPr>
            <a:r>
              <a:rPr sz="825" b="0">
                <a:solidFill>
                  <a:srgbClr val="687287"/>
                </a:solidFill>
                <a:latin typeface="PingFang SC"/>
                <a:ea typeface="PingFang SC"/>
                <a:cs typeface="PingFang SC"/>
              </a:rPr>
              <a:t>开放东方 · AI使用培训</a:t>
            </a:r>
          </a:p>
        </p:txBody>
      </p:sp>
      <p:sp>
        <p:nvSpPr>
          <p:cNvPr id="30" name="text-0064">
            <a:extLst xmlns:a="http://schemas.openxmlformats.org/drawingml/2006/main">
              <a:ext uri="{FF2B5EF4-FFF2-40B4-BE49-F238E27FC236}">
                <a16:creationId xmlns:a16="http://schemas.microsoft.com/office/drawing/2014/main" id="{BAA6B5B7-D6C0-4EFA-AED0-5770BA7BBDE0}"/>
              </a:ext>
            </a:extLst>
          </p:cNvPr>
          <p:cNvSpPr>
            <a:spLocks xmlns:a="http://schemas.openxmlformats.org/drawingml/2006/main" noGrp="1"/>
          </p:cNvSpPr>
          <p:nvPr/>
        </p:nvSpPr>
        <p:spPr>
          <a:xfrm xmlns:a="http://schemas.openxmlformats.org/drawingml/2006/main">
            <a:off x="11239500" y="65151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A74335"/>
                </a:solidFill>
                <a:latin typeface="PingFang SC"/>
                <a:ea typeface="PingFang SC"/>
                <a:cs typeface="PingFang SC"/>
              </a:defRPr>
            </a:pPr>
            <a:r>
              <a:rPr sz="975" b="1">
                <a:solidFill>
                  <a:srgbClr val="A74335"/>
                </a:solidFill>
                <a:latin typeface="PingFang SC"/>
                <a:ea typeface="PingFang SC"/>
                <a:cs typeface="PingFang SC"/>
              </a:rPr>
              <a:t>02</a:t>
            </a:r>
          </a:p>
        </p:txBody>
      </p:sp>
      <p:sp>
        <p:nvSpPr>
          <p:cNvPr id="31" name="rect-0065">
            <a:extLst xmlns:a="http://schemas.openxmlformats.org/drawingml/2006/main">
              <a:ext uri="{FF2B5EF4-FFF2-40B4-BE49-F238E27FC236}">
                <a16:creationId xmlns:a16="http://schemas.microsoft.com/office/drawing/2014/main" id="{B69398E9-BCF1-48A0-B843-55DE7F79D2A0}"/>
              </a:ext>
            </a:extLst>
          </p:cNvPr>
          <p:cNvSpPr>
            <a:spLocks xmlns:a="http://schemas.openxmlformats.org/drawingml/2006/main" noGrp="1"/>
          </p:cNvSpPr>
          <p:nvPr/>
        </p:nvSpPr>
        <p:spPr>
          <a:xfrm xmlns:a="http://schemas.openxmlformats.org/drawingml/2006/main">
            <a:off x="685800" y="619125"/>
            <a:ext cx="323850" cy="28575"/>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32" name="text-0066">
            <a:extLst xmlns:a="http://schemas.openxmlformats.org/drawingml/2006/main">
              <a:ext uri="{FF2B5EF4-FFF2-40B4-BE49-F238E27FC236}">
                <a16:creationId xmlns:a16="http://schemas.microsoft.com/office/drawing/2014/main" id="{0769F5F4-A049-4EA0-A1DF-9AC256BBA696}"/>
              </a:ext>
            </a:extLst>
          </p:cNvPr>
          <p:cNvSpPr>
            <a:spLocks xmlns:a="http://schemas.openxmlformats.org/drawingml/2006/main" noGrp="1"/>
          </p:cNvSpPr>
          <p:nvPr/>
        </p:nvSpPr>
        <p:spPr>
          <a:xfrm xmlns:a="http://schemas.openxmlformats.org/drawingml/2006/main">
            <a:off x="1123950" y="504825"/>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335"/>
                </a:solidFill>
                <a:latin typeface="PingFang SC"/>
                <a:ea typeface="PingFang SC"/>
                <a:cs typeface="PingFang SC"/>
              </a:defRPr>
            </a:pPr>
            <a:r>
              <a:rPr sz="1125" b="1">
                <a:solidFill>
                  <a:srgbClr val="A74335"/>
                </a:solidFill>
                <a:latin typeface="PingFang SC"/>
                <a:ea typeface="PingFang SC"/>
                <a:cs typeface="PingFang SC"/>
              </a:rPr>
              <a:t>01 · 核心判断</a:t>
            </a:r>
          </a:p>
        </p:txBody>
      </p:sp>
      <p:sp>
        <p:nvSpPr>
          <p:cNvPr id="33" name="text-0067">
            <a:extLst xmlns:a="http://schemas.openxmlformats.org/drawingml/2006/main">
              <a:ext uri="{FF2B5EF4-FFF2-40B4-BE49-F238E27FC236}">
                <a16:creationId xmlns:a16="http://schemas.microsoft.com/office/drawing/2014/main" id="{2FEE8580-4023-480A-972A-63621F75F668}"/>
              </a:ext>
            </a:extLst>
          </p:cNvPr>
          <p:cNvSpPr>
            <a:spLocks xmlns:a="http://schemas.openxmlformats.org/drawingml/2006/main" noGrp="1"/>
          </p:cNvSpPr>
          <p:nvPr/>
        </p:nvSpPr>
        <p:spPr>
          <a:xfrm xmlns:a="http://schemas.openxmlformats.org/drawingml/2006/main">
            <a:off x="685800" y="981075"/>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4125" b="1">
                <a:solidFill>
                  <a:srgbClr val="182338"/>
                </a:solidFill>
                <a:latin typeface="Songti SC"/>
                <a:ea typeface="Songti SC"/>
                <a:cs typeface="Songti SC"/>
              </a:defRPr>
            </a:pPr>
            <a:r>
              <a:rPr sz="4125" b="1">
                <a:solidFill>
                  <a:srgbClr val="182338"/>
                </a:solidFill>
                <a:latin typeface="Songti SC"/>
                <a:ea typeface="Songti SC"/>
                <a:cs typeface="Songti SC"/>
              </a:rPr>
              <a:t>AI开始规模化部分认知劳动</a:t>
            </a:r>
          </a:p>
        </p:txBody>
      </p:sp>
      <p:sp>
        <p:nvSpPr>
          <p:cNvPr id="34" name="text-0068">
            <a:extLst xmlns:a="http://schemas.openxmlformats.org/drawingml/2006/main">
              <a:ext uri="{FF2B5EF4-FFF2-40B4-BE49-F238E27FC236}">
                <a16:creationId xmlns:a16="http://schemas.microsoft.com/office/drawing/2014/main" id="{137FAE8A-639E-4CB3-BC29-4D6698515CEA}"/>
              </a:ext>
            </a:extLst>
          </p:cNvPr>
          <p:cNvSpPr>
            <a:spLocks xmlns:a="http://schemas.openxmlformats.org/drawingml/2006/main" noGrp="1"/>
          </p:cNvSpPr>
          <p:nvPr/>
        </p:nvSpPr>
        <p:spPr>
          <a:xfrm xmlns:a="http://schemas.openxmlformats.org/drawingml/2006/main">
            <a:off x="1190625" y="238125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0">
                <a:solidFill>
                  <a:srgbClr val="687287"/>
                </a:solidFill>
                <a:latin typeface="PingFang SC"/>
                <a:ea typeface="PingFang SC"/>
                <a:cs typeface="PingFang SC"/>
              </a:defRPr>
            </a:pPr>
            <a:r>
              <a:rPr sz="1800" b="0">
                <a:solidFill>
                  <a:srgbClr val="687287"/>
                </a:solidFill>
                <a:latin typeface="PingFang SC"/>
                <a:ea typeface="PingFang SC"/>
                <a:cs typeface="PingFang SC"/>
              </a:rPr>
              <a:t>过去的机器主要放大</a:t>
            </a:r>
          </a:p>
        </p:txBody>
      </p:sp>
      <p:sp>
        <p:nvSpPr>
          <p:cNvPr id="35" name="text-0069">
            <a:extLst xmlns:a="http://schemas.openxmlformats.org/drawingml/2006/main">
              <a:ext uri="{FF2B5EF4-FFF2-40B4-BE49-F238E27FC236}">
                <a16:creationId xmlns:a16="http://schemas.microsoft.com/office/drawing/2014/main" id="{63AAC049-72AE-418E-B6B9-776563AE1074}"/>
              </a:ext>
            </a:extLst>
          </p:cNvPr>
          <p:cNvSpPr>
            <a:spLocks xmlns:a="http://schemas.openxmlformats.org/drawingml/2006/main" noGrp="1"/>
          </p:cNvSpPr>
          <p:nvPr/>
        </p:nvSpPr>
        <p:spPr>
          <a:xfrm xmlns:a="http://schemas.openxmlformats.org/drawingml/2006/main">
            <a:off x="1571625" y="2809875"/>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5400" b="1">
                <a:solidFill>
                  <a:srgbClr val="2F5F83"/>
                </a:solidFill>
                <a:latin typeface="Songti SC"/>
                <a:ea typeface="Songti SC"/>
                <a:cs typeface="Songti SC"/>
              </a:defRPr>
            </a:pPr>
            <a:r>
              <a:rPr sz="5400" b="1">
                <a:solidFill>
                  <a:srgbClr val="2F5F83"/>
                </a:solidFill>
                <a:latin typeface="Songti SC"/>
                <a:ea typeface="Songti SC"/>
                <a:cs typeface="Songti SC"/>
              </a:rPr>
              <a:t>体力</a:t>
            </a:r>
          </a:p>
        </p:txBody>
      </p:sp>
      <p:sp>
        <p:nvSpPr>
          <p:cNvPr id="36" name="text-0070">
            <a:extLst xmlns:a="http://schemas.openxmlformats.org/drawingml/2006/main">
              <a:ext uri="{FF2B5EF4-FFF2-40B4-BE49-F238E27FC236}">
                <a16:creationId xmlns:a16="http://schemas.microsoft.com/office/drawing/2014/main" id="{85272F8B-35BE-4E9D-87F9-AA7FF10E1A07}"/>
              </a:ext>
            </a:extLst>
          </p:cNvPr>
          <p:cNvSpPr>
            <a:spLocks xmlns:a="http://schemas.openxmlformats.org/drawingml/2006/main" noGrp="1"/>
          </p:cNvSpPr>
          <p:nvPr/>
        </p:nvSpPr>
        <p:spPr>
          <a:xfrm xmlns:a="http://schemas.openxmlformats.org/drawingml/2006/main">
            <a:off x="5810250" y="295275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5227"/>
          </a:bodyPr>
          <a:lstStyle xmlns:a="http://schemas.openxmlformats.org/drawingml/2006/main"/>
          <a:p xmlns:a="http://schemas.openxmlformats.org/drawingml/2006/main">
            <a:pPr algn="ctr">
              <a:defRPr sz="3300" b="1">
                <a:solidFill>
                  <a:srgbClr val="A74335"/>
                </a:solidFill>
                <a:latin typeface="PingFang SC"/>
                <a:ea typeface="PingFang SC"/>
                <a:cs typeface="PingFang SC"/>
              </a:defRPr>
            </a:pPr>
            <a:r>
              <a:rPr sz="3300" b="1">
                <a:solidFill>
                  <a:srgbClr val="A74335"/>
                </a:solidFill>
                <a:latin typeface="PingFang SC"/>
                <a:ea typeface="PingFang SC"/>
                <a:cs typeface="PingFang SC"/>
              </a:rPr>
              <a:t>→</a:t>
            </a:r>
          </a:p>
        </p:txBody>
      </p:sp>
      <p:sp>
        <p:nvSpPr>
          <p:cNvPr id="37" name="text-0071">
            <a:extLst xmlns:a="http://schemas.openxmlformats.org/drawingml/2006/main">
              <a:ext uri="{FF2B5EF4-FFF2-40B4-BE49-F238E27FC236}">
                <a16:creationId xmlns:a16="http://schemas.microsoft.com/office/drawing/2014/main" id="{011AD510-CDF6-468F-8F15-DDF429438980}"/>
              </a:ext>
            </a:extLst>
          </p:cNvPr>
          <p:cNvSpPr>
            <a:spLocks xmlns:a="http://schemas.openxmlformats.org/drawingml/2006/main" noGrp="1"/>
          </p:cNvSpPr>
          <p:nvPr/>
        </p:nvSpPr>
        <p:spPr>
          <a:xfrm xmlns:a="http://schemas.openxmlformats.org/drawingml/2006/main">
            <a:off x="7191375" y="238125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0">
                <a:solidFill>
                  <a:srgbClr val="687287"/>
                </a:solidFill>
                <a:latin typeface="PingFang SC"/>
                <a:ea typeface="PingFang SC"/>
                <a:cs typeface="PingFang SC"/>
              </a:defRPr>
            </a:pPr>
            <a:r>
              <a:rPr sz="1800" b="0">
                <a:solidFill>
                  <a:srgbClr val="687287"/>
                </a:solidFill>
                <a:latin typeface="PingFang SC"/>
                <a:ea typeface="PingFang SC"/>
                <a:cs typeface="PingFang SC"/>
              </a:rPr>
              <a:t>今天的AI开始放大</a:t>
            </a:r>
          </a:p>
        </p:txBody>
      </p:sp>
      <p:sp>
        <p:nvSpPr>
          <p:cNvPr id="38" name="text-0072">
            <a:extLst xmlns:a="http://schemas.openxmlformats.org/drawingml/2006/main">
              <a:ext uri="{FF2B5EF4-FFF2-40B4-BE49-F238E27FC236}">
                <a16:creationId xmlns:a16="http://schemas.microsoft.com/office/drawing/2014/main" id="{4EA96DF9-B153-4F91-8F9B-F92A769048F0}"/>
              </a:ext>
            </a:extLst>
          </p:cNvPr>
          <p:cNvSpPr>
            <a:spLocks xmlns:a="http://schemas.openxmlformats.org/drawingml/2006/main" noGrp="1"/>
          </p:cNvSpPr>
          <p:nvPr/>
        </p:nvSpPr>
        <p:spPr>
          <a:xfrm xmlns:a="http://schemas.openxmlformats.org/drawingml/2006/main">
            <a:off x="7572375" y="2809875"/>
            <a:ext cx="266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5400" b="1">
                <a:solidFill>
                  <a:srgbClr val="A74335"/>
                </a:solidFill>
                <a:latin typeface="Songti SC"/>
                <a:ea typeface="Songti SC"/>
                <a:cs typeface="Songti SC"/>
              </a:defRPr>
            </a:pPr>
            <a:r>
              <a:rPr sz="5400" b="1">
                <a:solidFill>
                  <a:srgbClr val="A74335"/>
                </a:solidFill>
                <a:latin typeface="Songti SC"/>
                <a:ea typeface="Songti SC"/>
                <a:cs typeface="Songti SC"/>
              </a:rPr>
              <a:t>脑力</a:t>
            </a:r>
          </a:p>
        </p:txBody>
      </p:sp>
      <p:sp>
        <p:nvSpPr>
          <p:cNvPr id="39" name="text-0073">
            <a:extLst xmlns:a="http://schemas.openxmlformats.org/drawingml/2006/main">
              <a:ext uri="{FF2B5EF4-FFF2-40B4-BE49-F238E27FC236}">
                <a16:creationId xmlns:a16="http://schemas.microsoft.com/office/drawing/2014/main" id="{A5DBE52F-CAFD-4AF6-A5BA-7973AC71312C}"/>
              </a:ext>
            </a:extLst>
          </p:cNvPr>
          <p:cNvSpPr>
            <a:spLocks xmlns:a="http://schemas.openxmlformats.org/drawingml/2006/main" noGrp="1"/>
          </p:cNvSpPr>
          <p:nvPr/>
        </p:nvSpPr>
        <p:spPr>
          <a:xfrm xmlns:a="http://schemas.openxmlformats.org/drawingml/2006/main">
            <a:off x="1428750" y="4095750"/>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2F5F83"/>
                </a:solidFill>
                <a:latin typeface="PingFang SC"/>
                <a:ea typeface="PingFang SC"/>
                <a:cs typeface="PingFang SC"/>
              </a:defRPr>
            </a:pPr>
            <a:r>
              <a:rPr sz="1875" b="1">
                <a:solidFill>
                  <a:srgbClr val="2F5F83"/>
                </a:solidFill>
                <a:latin typeface="PingFang SC"/>
                <a:ea typeface="PingFang SC"/>
                <a:cs typeface="PingFang SC"/>
              </a:rPr>
              <a:t>理解</a:t>
            </a:r>
          </a:p>
        </p:txBody>
      </p:sp>
      <p:sp>
        <p:nvSpPr>
          <p:cNvPr id="40" name="text-0074">
            <a:extLst xmlns:a="http://schemas.openxmlformats.org/drawingml/2006/main">
              <a:ext uri="{FF2B5EF4-FFF2-40B4-BE49-F238E27FC236}">
                <a16:creationId xmlns:a16="http://schemas.microsoft.com/office/drawing/2014/main" id="{86CEA73F-2014-427C-9896-5C5D947BD1A7}"/>
              </a:ext>
            </a:extLst>
          </p:cNvPr>
          <p:cNvSpPr>
            <a:spLocks xmlns:a="http://schemas.openxmlformats.org/drawingml/2006/main" noGrp="1"/>
          </p:cNvSpPr>
          <p:nvPr/>
        </p:nvSpPr>
        <p:spPr>
          <a:xfrm xmlns:a="http://schemas.openxmlformats.org/drawingml/2006/main">
            <a:off x="1428750" y="4476750"/>
            <a:ext cx="266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87287"/>
                </a:solidFill>
                <a:latin typeface="PingFang SC"/>
                <a:ea typeface="PingFang SC"/>
                <a:cs typeface="PingFang SC"/>
              </a:defRPr>
            </a:pPr>
            <a:r>
              <a:rPr sz="1275" b="0">
                <a:solidFill>
                  <a:srgbClr val="687287"/>
                </a:solidFill>
                <a:latin typeface="PingFang SC"/>
                <a:ea typeface="PingFang SC"/>
                <a:cs typeface="PingFang SC"/>
              </a:rPr>
              <a:t>阅读资料、提取要求、解释概念</a:t>
            </a:r>
          </a:p>
        </p:txBody>
      </p:sp>
      <p:sp>
        <p:nvSpPr>
          <p:cNvPr id="41" name="text-0075">
            <a:extLst xmlns:a="http://schemas.openxmlformats.org/drawingml/2006/main">
              <a:ext uri="{FF2B5EF4-FFF2-40B4-BE49-F238E27FC236}">
                <a16:creationId xmlns:a16="http://schemas.microsoft.com/office/drawing/2014/main" id="{C4CFD326-2AC9-465F-AFA5-25649362B78E}"/>
              </a:ext>
            </a:extLst>
          </p:cNvPr>
          <p:cNvSpPr>
            <a:spLocks xmlns:a="http://schemas.openxmlformats.org/drawingml/2006/main" noGrp="1"/>
          </p:cNvSpPr>
          <p:nvPr/>
        </p:nvSpPr>
        <p:spPr>
          <a:xfrm xmlns:a="http://schemas.openxmlformats.org/drawingml/2006/main">
            <a:off x="4667250" y="4095750"/>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B8842F"/>
                </a:solidFill>
                <a:latin typeface="PingFang SC"/>
                <a:ea typeface="PingFang SC"/>
                <a:cs typeface="PingFang SC"/>
              </a:defRPr>
            </a:pPr>
            <a:r>
              <a:rPr sz="1875" b="1">
                <a:solidFill>
                  <a:srgbClr val="B8842F"/>
                </a:solidFill>
                <a:latin typeface="PingFang SC"/>
                <a:ea typeface="PingFang SC"/>
                <a:cs typeface="PingFang SC"/>
              </a:rPr>
              <a:t>生成</a:t>
            </a:r>
          </a:p>
        </p:txBody>
      </p:sp>
      <p:sp>
        <p:nvSpPr>
          <p:cNvPr id="42" name="text-0076">
            <a:extLst xmlns:a="http://schemas.openxmlformats.org/drawingml/2006/main">
              <a:ext uri="{FF2B5EF4-FFF2-40B4-BE49-F238E27FC236}">
                <a16:creationId xmlns:a16="http://schemas.microsoft.com/office/drawing/2014/main" id="{DCF18139-0348-49FB-8368-A440D329BF82}"/>
              </a:ext>
            </a:extLst>
          </p:cNvPr>
          <p:cNvSpPr>
            <a:spLocks xmlns:a="http://schemas.openxmlformats.org/drawingml/2006/main" noGrp="1"/>
          </p:cNvSpPr>
          <p:nvPr/>
        </p:nvSpPr>
        <p:spPr>
          <a:xfrm xmlns:a="http://schemas.openxmlformats.org/drawingml/2006/main">
            <a:off x="4667250" y="4476750"/>
            <a:ext cx="266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87287"/>
                </a:solidFill>
                <a:latin typeface="PingFang SC"/>
                <a:ea typeface="PingFang SC"/>
                <a:cs typeface="PingFang SC"/>
              </a:defRPr>
            </a:pPr>
            <a:r>
              <a:rPr sz="1275" b="0">
                <a:solidFill>
                  <a:srgbClr val="687287"/>
                </a:solidFill>
                <a:latin typeface="PingFang SC"/>
                <a:ea typeface="PingFang SC"/>
                <a:cs typeface="PingFang SC"/>
              </a:rPr>
              <a:t>形成初稿、方案、代码和表达</a:t>
            </a:r>
          </a:p>
        </p:txBody>
      </p:sp>
      <p:sp>
        <p:nvSpPr>
          <p:cNvPr id="43" name="text-0077">
            <a:extLst xmlns:a="http://schemas.openxmlformats.org/drawingml/2006/main">
              <a:ext uri="{FF2B5EF4-FFF2-40B4-BE49-F238E27FC236}">
                <a16:creationId xmlns:a16="http://schemas.microsoft.com/office/drawing/2014/main" id="{8BA35CD8-98E6-4F86-A555-7A3BFA9BF66D}"/>
              </a:ext>
            </a:extLst>
          </p:cNvPr>
          <p:cNvSpPr>
            <a:spLocks xmlns:a="http://schemas.openxmlformats.org/drawingml/2006/main" noGrp="1"/>
          </p:cNvSpPr>
          <p:nvPr/>
        </p:nvSpPr>
        <p:spPr>
          <a:xfrm xmlns:a="http://schemas.openxmlformats.org/drawingml/2006/main">
            <a:off x="7905750" y="4095750"/>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A74335"/>
                </a:solidFill>
                <a:latin typeface="PingFang SC"/>
                <a:ea typeface="PingFang SC"/>
                <a:cs typeface="PingFang SC"/>
              </a:defRPr>
            </a:pPr>
            <a:r>
              <a:rPr sz="1875" b="1">
                <a:solidFill>
                  <a:srgbClr val="A74335"/>
                </a:solidFill>
                <a:latin typeface="PingFang SC"/>
                <a:ea typeface="PingFang SC"/>
                <a:cs typeface="PingFang SC"/>
              </a:rPr>
              <a:t>规划</a:t>
            </a:r>
          </a:p>
        </p:txBody>
      </p:sp>
      <p:sp>
        <p:nvSpPr>
          <p:cNvPr id="44" name="text-0078">
            <a:extLst xmlns:a="http://schemas.openxmlformats.org/drawingml/2006/main">
              <a:ext uri="{FF2B5EF4-FFF2-40B4-BE49-F238E27FC236}">
                <a16:creationId xmlns:a16="http://schemas.microsoft.com/office/drawing/2014/main" id="{4AE0A894-A8FC-400E-B677-6A002D971055}"/>
              </a:ext>
            </a:extLst>
          </p:cNvPr>
          <p:cNvSpPr>
            <a:spLocks xmlns:a="http://schemas.openxmlformats.org/drawingml/2006/main" noGrp="1"/>
          </p:cNvSpPr>
          <p:nvPr/>
        </p:nvSpPr>
        <p:spPr>
          <a:xfrm xmlns:a="http://schemas.openxmlformats.org/drawingml/2006/main">
            <a:off x="7905750" y="4476750"/>
            <a:ext cx="266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87287"/>
                </a:solidFill>
                <a:latin typeface="PingFang SC"/>
                <a:ea typeface="PingFang SC"/>
                <a:cs typeface="PingFang SC"/>
              </a:defRPr>
            </a:pPr>
            <a:r>
              <a:rPr sz="1275" b="0">
                <a:solidFill>
                  <a:srgbClr val="687287"/>
                </a:solidFill>
                <a:latin typeface="PingFang SC"/>
                <a:ea typeface="PingFang SC"/>
                <a:cs typeface="PingFang SC"/>
              </a:rPr>
              <a:t>比较选项，把目标拆成步骤</a:t>
            </a:r>
          </a:p>
        </p:txBody>
      </p:sp>
      <p:sp>
        <p:nvSpPr>
          <p:cNvPr id="45" name="rect-0079">
            <a:extLst xmlns:a="http://schemas.openxmlformats.org/drawingml/2006/main">
              <a:ext uri="{FF2B5EF4-FFF2-40B4-BE49-F238E27FC236}">
                <a16:creationId xmlns:a16="http://schemas.microsoft.com/office/drawing/2014/main" id="{682ACA4E-9216-46D1-9D3B-F826BF3E0478}"/>
              </a:ext>
            </a:extLst>
          </p:cNvPr>
          <p:cNvSpPr>
            <a:spLocks xmlns:a="http://schemas.openxmlformats.org/drawingml/2006/main" noGrp="1"/>
          </p:cNvSpPr>
          <p:nvPr/>
        </p:nvSpPr>
        <p:spPr>
          <a:xfrm xmlns:a="http://schemas.openxmlformats.org/drawingml/2006/main">
            <a:off x="685800" y="5619750"/>
            <a:ext cx="10820400" cy="666750"/>
          </a:xfrm>
          <a:prstGeom xmlns:a="http://schemas.openxmlformats.org/drawingml/2006/main" prst="rect">
            <a:avLst/>
          </a:prstGeom>
          <a:solidFill xmlns:a="http://schemas.openxmlformats.org/drawingml/2006/main">
            <a:srgbClr val="FFFDF8"/>
          </a:solidFill>
          <a:ln xmlns:a="http://schemas.openxmlformats.org/drawingml/2006/main" w="0">
            <a:solidFill>
              <a:srgbClr val="D8D2C5"/>
            </a:solidFill>
            <a:prstDash val="solid"/>
          </a:ln>
        </p:spPr>
      </p:sp>
      <p:sp>
        <p:nvSpPr>
          <p:cNvPr id="46" name="rect-0080">
            <a:extLst xmlns:a="http://schemas.openxmlformats.org/drawingml/2006/main">
              <a:ext uri="{FF2B5EF4-FFF2-40B4-BE49-F238E27FC236}">
                <a16:creationId xmlns:a16="http://schemas.microsoft.com/office/drawing/2014/main" id="{48BE5C5B-2187-4691-9615-8720E5D25F77}"/>
              </a:ext>
            </a:extLst>
          </p:cNvPr>
          <p:cNvSpPr>
            <a:spLocks xmlns:a="http://schemas.openxmlformats.org/drawingml/2006/main" noGrp="1"/>
          </p:cNvSpPr>
          <p:nvPr/>
        </p:nvSpPr>
        <p:spPr>
          <a:xfrm xmlns:a="http://schemas.openxmlformats.org/drawingml/2006/main">
            <a:off x="685800" y="5619750"/>
            <a:ext cx="57150" cy="66675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47" name="text-0081">
            <a:extLst xmlns:a="http://schemas.openxmlformats.org/drawingml/2006/main">
              <a:ext uri="{FF2B5EF4-FFF2-40B4-BE49-F238E27FC236}">
                <a16:creationId xmlns:a16="http://schemas.microsoft.com/office/drawing/2014/main" id="{AC6762AE-5655-4E41-BA02-EC6AE05E3283}"/>
              </a:ext>
            </a:extLst>
          </p:cNvPr>
          <p:cNvSpPr>
            <a:spLocks xmlns:a="http://schemas.openxmlformats.org/drawingml/2006/main" noGrp="1"/>
          </p:cNvSpPr>
          <p:nvPr/>
        </p:nvSpPr>
        <p:spPr>
          <a:xfrm xmlns:a="http://schemas.openxmlformats.org/drawingml/2006/main">
            <a:off x="933450" y="5762625"/>
            <a:ext cx="10287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182338"/>
                </a:solidFill>
                <a:latin typeface="PingFang SC"/>
                <a:ea typeface="PingFang SC"/>
                <a:cs typeface="PingFang SC"/>
              </a:defRPr>
            </a:pPr>
            <a:r>
              <a:rPr sz="1800" b="1">
                <a:solidFill>
                  <a:srgbClr val="182338"/>
                </a:solidFill>
                <a:latin typeface="PingFang SC"/>
                <a:ea typeface="PingFang SC"/>
                <a:cs typeface="PingFang SC"/>
              </a:rPr>
              <a:t>被规模化的是部分任务，不是人的全部智能，更不是责任。</a:t>
            </a:r>
          </a:p>
        </p:txBody>
      </p:sp>
    </p:spTree>
    <p:extLst>
      <p:ext uri="{BB962C8B-B14F-4D97-AF65-F5344CB8AC3E}">
        <p14:creationId xmlns:p14="http://schemas.microsoft.com/office/powerpoint/2010/main" val="787154473"/>
      </p:ext>
    </p:extLst>
  </p:cSld>
</p:sld>
</file>

<file path=ppt/slides/slide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6" name="rect-0082">
            <a:extLst xmlns:a="http://schemas.openxmlformats.org/drawingml/2006/main">
              <a:ext uri="{FF2B5EF4-FFF2-40B4-BE49-F238E27FC236}">
                <a16:creationId xmlns:a16="http://schemas.microsoft.com/office/drawing/2014/main" id="{4F4E7DE8-81EA-4B51-8005-147259FA4D91}"/>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 name="rect-0083">
            <a:extLst xmlns:a="http://schemas.openxmlformats.org/drawingml/2006/main">
              <a:ext uri="{FF2B5EF4-FFF2-40B4-BE49-F238E27FC236}">
                <a16:creationId xmlns:a16="http://schemas.microsoft.com/office/drawing/2014/main" id="{EF5F8BA8-DEDD-4185-B1E2-59E402127A47}"/>
              </a:ext>
            </a:extLst>
          </p:cNvPr>
          <p:cNvSpPr>
            <a:spLocks xmlns:a="http://schemas.openxmlformats.org/drawingml/2006/main" noGrp="1"/>
          </p:cNvSpPr>
          <p:nvPr/>
        </p:nvSpPr>
        <p:spPr>
          <a:xfrm xmlns:a="http://schemas.openxmlformats.org/drawingml/2006/main">
            <a:off x="838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3" name="rect-0084">
            <a:extLst xmlns:a="http://schemas.openxmlformats.org/drawingml/2006/main">
              <a:ext uri="{FF2B5EF4-FFF2-40B4-BE49-F238E27FC236}">
                <a16:creationId xmlns:a16="http://schemas.microsoft.com/office/drawing/2014/main" id="{537F8C90-EA6E-4EF8-9E4A-300A0A57B7D8}"/>
              </a:ext>
            </a:extLst>
          </p:cNvPr>
          <p:cNvSpPr>
            <a:spLocks xmlns:a="http://schemas.openxmlformats.org/drawingml/2006/main" noGrp="1"/>
          </p:cNvSpPr>
          <p:nvPr/>
        </p:nvSpPr>
        <p:spPr>
          <a:xfrm xmlns:a="http://schemas.openxmlformats.org/drawingml/2006/main">
            <a:off x="1676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4" name="rect-0085">
            <a:extLst xmlns:a="http://schemas.openxmlformats.org/drawingml/2006/main">
              <a:ext uri="{FF2B5EF4-FFF2-40B4-BE49-F238E27FC236}">
                <a16:creationId xmlns:a16="http://schemas.microsoft.com/office/drawing/2014/main" id="{7269610C-1660-47DD-93E7-75D1509C658D}"/>
              </a:ext>
            </a:extLst>
          </p:cNvPr>
          <p:cNvSpPr>
            <a:spLocks xmlns:a="http://schemas.openxmlformats.org/drawingml/2006/main" noGrp="1"/>
          </p:cNvSpPr>
          <p:nvPr/>
        </p:nvSpPr>
        <p:spPr>
          <a:xfrm xmlns:a="http://schemas.openxmlformats.org/drawingml/2006/main">
            <a:off x="2514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5" name="rect-0086">
            <a:extLst xmlns:a="http://schemas.openxmlformats.org/drawingml/2006/main">
              <a:ext uri="{FF2B5EF4-FFF2-40B4-BE49-F238E27FC236}">
                <a16:creationId xmlns:a16="http://schemas.microsoft.com/office/drawing/2014/main" id="{E8E3CFE1-DB58-4E02-BB3C-A7FB25C635AB}"/>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6" name="rect-0087">
            <a:extLst xmlns:a="http://schemas.openxmlformats.org/drawingml/2006/main">
              <a:ext uri="{FF2B5EF4-FFF2-40B4-BE49-F238E27FC236}">
                <a16:creationId xmlns:a16="http://schemas.microsoft.com/office/drawing/2014/main" id="{CA08004D-8B1D-4E2E-83C9-C04960311A80}"/>
              </a:ext>
            </a:extLst>
          </p:cNvPr>
          <p:cNvSpPr>
            <a:spLocks xmlns:a="http://schemas.openxmlformats.org/drawingml/2006/main" noGrp="1"/>
          </p:cNvSpPr>
          <p:nvPr/>
        </p:nvSpPr>
        <p:spPr>
          <a:xfrm xmlns:a="http://schemas.openxmlformats.org/drawingml/2006/main">
            <a:off x="4191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7" name="rect-0088">
            <a:extLst xmlns:a="http://schemas.openxmlformats.org/drawingml/2006/main">
              <a:ext uri="{FF2B5EF4-FFF2-40B4-BE49-F238E27FC236}">
                <a16:creationId xmlns:a16="http://schemas.microsoft.com/office/drawing/2014/main" id="{2FCD02F1-5D03-4D0E-8E38-5656DCA789D4}"/>
              </a:ext>
            </a:extLst>
          </p:cNvPr>
          <p:cNvSpPr>
            <a:spLocks xmlns:a="http://schemas.openxmlformats.org/drawingml/2006/main" noGrp="1"/>
          </p:cNvSpPr>
          <p:nvPr/>
        </p:nvSpPr>
        <p:spPr>
          <a:xfrm xmlns:a="http://schemas.openxmlformats.org/drawingml/2006/main">
            <a:off x="5029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8" name="rect-0089">
            <a:extLst xmlns:a="http://schemas.openxmlformats.org/drawingml/2006/main">
              <a:ext uri="{FF2B5EF4-FFF2-40B4-BE49-F238E27FC236}">
                <a16:creationId xmlns:a16="http://schemas.microsoft.com/office/drawing/2014/main" id="{8240D0C5-1927-4575-9272-50D79EEFC43A}"/>
              </a:ext>
            </a:extLst>
          </p:cNvPr>
          <p:cNvSpPr>
            <a:spLocks xmlns:a="http://schemas.openxmlformats.org/drawingml/2006/main" noGrp="1"/>
          </p:cNvSpPr>
          <p:nvPr/>
        </p:nvSpPr>
        <p:spPr>
          <a:xfrm xmlns:a="http://schemas.openxmlformats.org/drawingml/2006/main">
            <a:off x="5867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9" name="rect-0090">
            <a:extLst xmlns:a="http://schemas.openxmlformats.org/drawingml/2006/main">
              <a:ext uri="{FF2B5EF4-FFF2-40B4-BE49-F238E27FC236}">
                <a16:creationId xmlns:a16="http://schemas.microsoft.com/office/drawing/2014/main" id="{42675BB6-C3AC-4D98-A612-7C732ADE55CF}"/>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0" name="rect-0091">
            <a:extLst xmlns:a="http://schemas.openxmlformats.org/drawingml/2006/main">
              <a:ext uri="{FF2B5EF4-FFF2-40B4-BE49-F238E27FC236}">
                <a16:creationId xmlns:a16="http://schemas.microsoft.com/office/drawing/2014/main" id="{9B38B05D-6FEC-4F10-A455-191CEC8C1B95}"/>
              </a:ext>
            </a:extLst>
          </p:cNvPr>
          <p:cNvSpPr>
            <a:spLocks xmlns:a="http://schemas.openxmlformats.org/drawingml/2006/main" noGrp="1"/>
          </p:cNvSpPr>
          <p:nvPr/>
        </p:nvSpPr>
        <p:spPr>
          <a:xfrm xmlns:a="http://schemas.openxmlformats.org/drawingml/2006/main">
            <a:off x="7543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1" name="rect-0092">
            <a:extLst xmlns:a="http://schemas.openxmlformats.org/drawingml/2006/main">
              <a:ext uri="{FF2B5EF4-FFF2-40B4-BE49-F238E27FC236}">
                <a16:creationId xmlns:a16="http://schemas.microsoft.com/office/drawing/2014/main" id="{5AFAABD5-CA1B-426D-A88C-A4FAD4362057}"/>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2" name="rect-0093">
            <a:extLst xmlns:a="http://schemas.openxmlformats.org/drawingml/2006/main">
              <a:ext uri="{FF2B5EF4-FFF2-40B4-BE49-F238E27FC236}">
                <a16:creationId xmlns:a16="http://schemas.microsoft.com/office/drawing/2014/main" id="{73455847-5A55-43DF-ADF8-A92DD101A0CA}"/>
              </a:ext>
            </a:extLst>
          </p:cNvPr>
          <p:cNvSpPr>
            <a:spLocks xmlns:a="http://schemas.openxmlformats.org/drawingml/2006/main" noGrp="1"/>
          </p:cNvSpPr>
          <p:nvPr/>
        </p:nvSpPr>
        <p:spPr>
          <a:xfrm xmlns:a="http://schemas.openxmlformats.org/drawingml/2006/main">
            <a:off x="9220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3" name="rect-0094">
            <a:extLst xmlns:a="http://schemas.openxmlformats.org/drawingml/2006/main">
              <a:ext uri="{FF2B5EF4-FFF2-40B4-BE49-F238E27FC236}">
                <a16:creationId xmlns:a16="http://schemas.microsoft.com/office/drawing/2014/main" id="{B1D8F865-7394-4846-9039-60F25EA1A914}"/>
              </a:ext>
            </a:extLst>
          </p:cNvPr>
          <p:cNvSpPr>
            <a:spLocks xmlns:a="http://schemas.openxmlformats.org/drawingml/2006/main" noGrp="1"/>
          </p:cNvSpPr>
          <p:nvPr/>
        </p:nvSpPr>
        <p:spPr>
          <a:xfrm xmlns:a="http://schemas.openxmlformats.org/drawingml/2006/main">
            <a:off x="10058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4" name="rect-0095">
            <a:extLst xmlns:a="http://schemas.openxmlformats.org/drawingml/2006/main">
              <a:ext uri="{FF2B5EF4-FFF2-40B4-BE49-F238E27FC236}">
                <a16:creationId xmlns:a16="http://schemas.microsoft.com/office/drawing/2014/main" id="{D5E3C0A3-FEA2-4FA9-9553-9D999E4C32D6}"/>
              </a:ext>
            </a:extLst>
          </p:cNvPr>
          <p:cNvSpPr>
            <a:spLocks xmlns:a="http://schemas.openxmlformats.org/drawingml/2006/main" noGrp="1"/>
          </p:cNvSpPr>
          <p:nvPr/>
        </p:nvSpPr>
        <p:spPr>
          <a:xfrm xmlns:a="http://schemas.openxmlformats.org/drawingml/2006/main">
            <a:off x="10896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5" name="rect-0096">
            <a:extLst xmlns:a="http://schemas.openxmlformats.org/drawingml/2006/main">
              <a:ext uri="{FF2B5EF4-FFF2-40B4-BE49-F238E27FC236}">
                <a16:creationId xmlns:a16="http://schemas.microsoft.com/office/drawing/2014/main" id="{3A4E5F3A-33E6-4107-812E-D59FF4255912}"/>
              </a:ext>
            </a:extLst>
          </p:cNvPr>
          <p:cNvSpPr>
            <a:spLocks xmlns:a="http://schemas.openxmlformats.org/drawingml/2006/main" noGrp="1"/>
          </p:cNvSpPr>
          <p:nvPr/>
        </p:nvSpPr>
        <p:spPr>
          <a:xfrm xmlns:a="http://schemas.openxmlformats.org/drawingml/2006/main">
            <a:off x="11734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6" name="rect-0097">
            <a:extLst xmlns:a="http://schemas.openxmlformats.org/drawingml/2006/main">
              <a:ext uri="{FF2B5EF4-FFF2-40B4-BE49-F238E27FC236}">
                <a16:creationId xmlns:a16="http://schemas.microsoft.com/office/drawing/2014/main" id="{77F98CAC-2C4C-4B31-9EBB-D45D1891372E}"/>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7" name="rect-0098">
            <a:extLst xmlns:a="http://schemas.openxmlformats.org/drawingml/2006/main">
              <a:ext uri="{FF2B5EF4-FFF2-40B4-BE49-F238E27FC236}">
                <a16:creationId xmlns:a16="http://schemas.microsoft.com/office/drawing/2014/main" id="{4D59861C-5B27-4519-A2DB-794C7318574F}"/>
              </a:ext>
            </a:extLst>
          </p:cNvPr>
          <p:cNvSpPr>
            <a:spLocks xmlns:a="http://schemas.openxmlformats.org/drawingml/2006/main" noGrp="1"/>
          </p:cNvSpPr>
          <p:nvPr/>
        </p:nvSpPr>
        <p:spPr>
          <a:xfrm xmlns:a="http://schemas.openxmlformats.org/drawingml/2006/main">
            <a:off x="0" y="838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8" name="rect-0099">
            <a:extLst xmlns:a="http://schemas.openxmlformats.org/drawingml/2006/main">
              <a:ext uri="{FF2B5EF4-FFF2-40B4-BE49-F238E27FC236}">
                <a16:creationId xmlns:a16="http://schemas.microsoft.com/office/drawing/2014/main" id="{B14F5853-C916-4906-BE7E-3A4AFB951447}"/>
              </a:ext>
            </a:extLst>
          </p:cNvPr>
          <p:cNvSpPr>
            <a:spLocks xmlns:a="http://schemas.openxmlformats.org/drawingml/2006/main" noGrp="1"/>
          </p:cNvSpPr>
          <p:nvPr/>
        </p:nvSpPr>
        <p:spPr>
          <a:xfrm xmlns:a="http://schemas.openxmlformats.org/drawingml/2006/main">
            <a:off x="0" y="1676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9" name="rect-0100">
            <a:extLst xmlns:a="http://schemas.openxmlformats.org/drawingml/2006/main">
              <a:ext uri="{FF2B5EF4-FFF2-40B4-BE49-F238E27FC236}">
                <a16:creationId xmlns:a16="http://schemas.microsoft.com/office/drawing/2014/main" id="{047A5BA5-E80D-46BA-B871-873F69B8EE12}"/>
              </a:ext>
            </a:extLst>
          </p:cNvPr>
          <p:cNvSpPr>
            <a:spLocks xmlns:a="http://schemas.openxmlformats.org/drawingml/2006/main" noGrp="1"/>
          </p:cNvSpPr>
          <p:nvPr/>
        </p:nvSpPr>
        <p:spPr>
          <a:xfrm xmlns:a="http://schemas.openxmlformats.org/drawingml/2006/main">
            <a:off x="0" y="2514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0" name="rect-0101">
            <a:extLst xmlns:a="http://schemas.openxmlformats.org/drawingml/2006/main">
              <a:ext uri="{FF2B5EF4-FFF2-40B4-BE49-F238E27FC236}">
                <a16:creationId xmlns:a16="http://schemas.microsoft.com/office/drawing/2014/main" id="{687E070C-CE5F-4D72-9120-9D444CD08C0F}"/>
              </a:ext>
            </a:extLst>
          </p:cNvPr>
          <p:cNvSpPr>
            <a:spLocks xmlns:a="http://schemas.openxmlformats.org/drawingml/2006/main" noGrp="1"/>
          </p:cNvSpPr>
          <p:nvPr/>
        </p:nvSpPr>
        <p:spPr>
          <a:xfrm xmlns:a="http://schemas.openxmlformats.org/drawingml/2006/main">
            <a:off x="0" y="33528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1" name="rect-0102">
            <a:extLst xmlns:a="http://schemas.openxmlformats.org/drawingml/2006/main">
              <a:ext uri="{FF2B5EF4-FFF2-40B4-BE49-F238E27FC236}">
                <a16:creationId xmlns:a16="http://schemas.microsoft.com/office/drawing/2014/main" id="{1D0BF85D-CE1A-4FD5-B8FD-9521AD295076}"/>
              </a:ext>
            </a:extLst>
          </p:cNvPr>
          <p:cNvSpPr>
            <a:spLocks xmlns:a="http://schemas.openxmlformats.org/drawingml/2006/main" noGrp="1"/>
          </p:cNvSpPr>
          <p:nvPr/>
        </p:nvSpPr>
        <p:spPr>
          <a:xfrm xmlns:a="http://schemas.openxmlformats.org/drawingml/2006/main">
            <a:off x="0" y="41910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2" name="rect-0103">
            <a:extLst xmlns:a="http://schemas.openxmlformats.org/drawingml/2006/main">
              <a:ext uri="{FF2B5EF4-FFF2-40B4-BE49-F238E27FC236}">
                <a16:creationId xmlns:a16="http://schemas.microsoft.com/office/drawing/2014/main" id="{7F2D26E3-F662-4790-90EC-EDB56A8BBA51}"/>
              </a:ext>
            </a:extLst>
          </p:cNvPr>
          <p:cNvSpPr>
            <a:spLocks xmlns:a="http://schemas.openxmlformats.org/drawingml/2006/main" noGrp="1"/>
          </p:cNvSpPr>
          <p:nvPr/>
        </p:nvSpPr>
        <p:spPr>
          <a:xfrm xmlns:a="http://schemas.openxmlformats.org/drawingml/2006/main">
            <a:off x="0" y="5029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3" name="rect-0104">
            <a:extLst xmlns:a="http://schemas.openxmlformats.org/drawingml/2006/main">
              <a:ext uri="{FF2B5EF4-FFF2-40B4-BE49-F238E27FC236}">
                <a16:creationId xmlns:a16="http://schemas.microsoft.com/office/drawing/2014/main" id="{099BF4D7-5F77-43B8-83FE-E1DDB63863AF}"/>
              </a:ext>
            </a:extLst>
          </p:cNvPr>
          <p:cNvSpPr>
            <a:spLocks xmlns:a="http://schemas.openxmlformats.org/drawingml/2006/main" noGrp="1"/>
          </p:cNvSpPr>
          <p:nvPr/>
        </p:nvSpPr>
        <p:spPr>
          <a:xfrm xmlns:a="http://schemas.openxmlformats.org/drawingml/2006/main">
            <a:off x="0" y="5867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4" name="rect-0105">
            <a:extLst xmlns:a="http://schemas.openxmlformats.org/drawingml/2006/main">
              <a:ext uri="{FF2B5EF4-FFF2-40B4-BE49-F238E27FC236}">
                <a16:creationId xmlns:a16="http://schemas.microsoft.com/office/drawing/2014/main" id="{1A81A6F1-2157-4837-82AC-4A77FB5517F3}"/>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5" name="rect-0106">
            <a:extLst xmlns:a="http://schemas.openxmlformats.org/drawingml/2006/main">
              <a:ext uri="{FF2B5EF4-FFF2-40B4-BE49-F238E27FC236}">
                <a16:creationId xmlns:a16="http://schemas.microsoft.com/office/drawing/2014/main" id="{E6674098-A0F9-4E0A-AACD-E79E048B42B7}"/>
              </a:ext>
            </a:extLst>
          </p:cNvPr>
          <p:cNvSpPr>
            <a:spLocks xmlns:a="http://schemas.openxmlformats.org/drawingml/2006/main" noGrp="1"/>
          </p:cNvSpPr>
          <p:nvPr/>
        </p:nvSpPr>
        <p:spPr>
          <a:xfrm xmlns:a="http://schemas.openxmlformats.org/drawingml/2006/main">
            <a:off x="0" y="0"/>
            <a:ext cx="3171825" cy="7620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26" name="rect-0107">
            <a:extLst xmlns:a="http://schemas.openxmlformats.org/drawingml/2006/main">
              <a:ext uri="{FF2B5EF4-FFF2-40B4-BE49-F238E27FC236}">
                <a16:creationId xmlns:a16="http://schemas.microsoft.com/office/drawing/2014/main" id="{CFE6E05C-A811-4706-A2B2-56F0FE49708E}"/>
              </a:ext>
            </a:extLst>
          </p:cNvPr>
          <p:cNvSpPr>
            <a:spLocks xmlns:a="http://schemas.openxmlformats.org/drawingml/2006/main" noGrp="1"/>
          </p:cNvSpPr>
          <p:nvPr/>
        </p:nvSpPr>
        <p:spPr>
          <a:xfrm xmlns:a="http://schemas.openxmlformats.org/drawingml/2006/main">
            <a:off x="3171825" y="0"/>
            <a:ext cx="1952625" cy="76200"/>
          </a:xfrm>
          <a:prstGeom xmlns:a="http://schemas.openxmlformats.org/drawingml/2006/main" prst="rect">
            <a:avLst/>
          </a:prstGeom>
          <a:solidFill xmlns:a="http://schemas.openxmlformats.org/drawingml/2006/main">
            <a:srgbClr val="B8842F"/>
          </a:solidFill>
          <a:ln xmlns:a="http://schemas.openxmlformats.org/drawingml/2006/main" w="0">
            <a:noFill/>
            <a:prstDash val="solid"/>
          </a:ln>
        </p:spPr>
      </p:sp>
      <p:sp>
        <p:nvSpPr>
          <p:cNvPr id="27" name="rect-0108">
            <a:extLst xmlns:a="http://schemas.openxmlformats.org/drawingml/2006/main">
              <a:ext uri="{FF2B5EF4-FFF2-40B4-BE49-F238E27FC236}">
                <a16:creationId xmlns:a16="http://schemas.microsoft.com/office/drawing/2014/main" id="{5AFCA78D-3E8C-413A-826D-3AC40F64766A}"/>
              </a:ext>
            </a:extLst>
          </p:cNvPr>
          <p:cNvSpPr>
            <a:spLocks xmlns:a="http://schemas.openxmlformats.org/drawingml/2006/main" noGrp="1"/>
          </p:cNvSpPr>
          <p:nvPr/>
        </p:nvSpPr>
        <p:spPr>
          <a:xfrm xmlns:a="http://schemas.openxmlformats.org/drawingml/2006/main">
            <a:off x="5124450" y="0"/>
            <a:ext cx="7067550" cy="76200"/>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pic>
        <p:nvPicPr>
          <p:cNvPr id="113" name=""/>
          <p:cNvPicPr>
            <a:picLocks xmlns:a="http://schemas.openxmlformats.org/drawingml/2006/main" noChangeAspect="1"/>
          </p:cNvPicPr>
          <p:nvPr/>
        </p:nvPicPr>
        <p:blipFill>
          <a:blip xmlns:r="http://schemas.openxmlformats.org/officeDocument/2006/relationships" xmlns:a="http://schemas.openxmlformats.org/drawingml/2006/main" r:embed="R6f43ef85f20c4e9b">
            <a:extLst>
              <a:ext uri="{96DAC541-7B7A-43D3-8B79-37D633B846F1}">
                <asvg:svgBlip xmlns:asvg="http://schemas.microsoft.com/office/drawing/2016/SVG/main" r:embed="R3dc9c03b1f944456"/>
              </a:ext>
            </a:extLst>
          </a:blip>
          <a:stretch xmlns:a="http://schemas.openxmlformats.org/drawingml/2006/main"/>
        </p:blipFill>
        <p:spPr>
          <a:xfrm xmlns:a="http://schemas.openxmlformats.org/drawingml/2006/main">
            <a:off x="9871043" y="289560"/>
            <a:ext cx="1863757" cy="539115"/>
          </a:xfrm>
          <a:prstGeom xmlns:a="http://schemas.openxmlformats.org/drawingml/2006/main" prst="rect">
            <a:avLst/>
          </a:prstGeom>
        </p:spPr>
      </p:pic>
      <p:sp>
        <p:nvSpPr>
          <p:cNvPr id="29" name="text-0109">
            <a:extLst xmlns:a="http://schemas.openxmlformats.org/drawingml/2006/main">
              <a:ext uri="{FF2B5EF4-FFF2-40B4-BE49-F238E27FC236}">
                <a16:creationId xmlns:a16="http://schemas.microsoft.com/office/drawing/2014/main" id="{4A127C61-0117-406F-B76A-9B3D79B7D849}"/>
              </a:ext>
            </a:extLst>
          </p:cNvPr>
          <p:cNvSpPr>
            <a:spLocks xmlns:a="http://schemas.openxmlformats.org/drawingml/2006/main" noGrp="1"/>
          </p:cNvSpPr>
          <p:nvPr/>
        </p:nvSpPr>
        <p:spPr>
          <a:xfrm xmlns:a="http://schemas.openxmlformats.org/drawingml/2006/main">
            <a:off x="685800" y="6572250"/>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87287"/>
                </a:solidFill>
                <a:latin typeface="PingFang SC"/>
                <a:ea typeface="PingFang SC"/>
                <a:cs typeface="PingFang SC"/>
              </a:defRPr>
            </a:pPr>
            <a:r>
              <a:rPr sz="825" b="0">
                <a:solidFill>
                  <a:srgbClr val="687287"/>
                </a:solidFill>
                <a:latin typeface="PingFang SC"/>
                <a:ea typeface="PingFang SC"/>
                <a:cs typeface="PingFang SC"/>
              </a:rPr>
              <a:t>开放东方 · AI使用培训</a:t>
            </a:r>
          </a:p>
        </p:txBody>
      </p:sp>
      <p:sp>
        <p:nvSpPr>
          <p:cNvPr id="30" name="text-0110">
            <a:extLst xmlns:a="http://schemas.openxmlformats.org/drawingml/2006/main">
              <a:ext uri="{FF2B5EF4-FFF2-40B4-BE49-F238E27FC236}">
                <a16:creationId xmlns:a16="http://schemas.microsoft.com/office/drawing/2014/main" id="{CF27DF8F-B9B0-4BB5-8AA4-B5E558334EDB}"/>
              </a:ext>
            </a:extLst>
          </p:cNvPr>
          <p:cNvSpPr>
            <a:spLocks xmlns:a="http://schemas.openxmlformats.org/drawingml/2006/main" noGrp="1"/>
          </p:cNvSpPr>
          <p:nvPr/>
        </p:nvSpPr>
        <p:spPr>
          <a:xfrm xmlns:a="http://schemas.openxmlformats.org/drawingml/2006/main">
            <a:off x="11239500" y="65151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A74335"/>
                </a:solidFill>
                <a:latin typeface="PingFang SC"/>
                <a:ea typeface="PingFang SC"/>
                <a:cs typeface="PingFang SC"/>
              </a:defRPr>
            </a:pPr>
            <a:r>
              <a:rPr sz="975" b="1">
                <a:solidFill>
                  <a:srgbClr val="A74335"/>
                </a:solidFill>
                <a:latin typeface="PingFang SC"/>
                <a:ea typeface="PingFang SC"/>
                <a:cs typeface="PingFang SC"/>
              </a:rPr>
              <a:t>03</a:t>
            </a:r>
          </a:p>
        </p:txBody>
      </p:sp>
      <p:sp>
        <p:nvSpPr>
          <p:cNvPr id="31" name="rect-0111">
            <a:extLst xmlns:a="http://schemas.openxmlformats.org/drawingml/2006/main">
              <a:ext uri="{FF2B5EF4-FFF2-40B4-BE49-F238E27FC236}">
                <a16:creationId xmlns:a16="http://schemas.microsoft.com/office/drawing/2014/main" id="{889ED7EB-3239-4FC5-A84C-79A7B47ADC81}"/>
              </a:ext>
            </a:extLst>
          </p:cNvPr>
          <p:cNvSpPr>
            <a:spLocks xmlns:a="http://schemas.openxmlformats.org/drawingml/2006/main" noGrp="1"/>
          </p:cNvSpPr>
          <p:nvPr/>
        </p:nvSpPr>
        <p:spPr>
          <a:xfrm xmlns:a="http://schemas.openxmlformats.org/drawingml/2006/main">
            <a:off x="685800" y="619125"/>
            <a:ext cx="323850" cy="28575"/>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32" name="text-0112">
            <a:extLst xmlns:a="http://schemas.openxmlformats.org/drawingml/2006/main">
              <a:ext uri="{FF2B5EF4-FFF2-40B4-BE49-F238E27FC236}">
                <a16:creationId xmlns:a16="http://schemas.microsoft.com/office/drawing/2014/main" id="{6E1A0B0F-93F8-4E8B-B101-CD94A7D06AA0}"/>
              </a:ext>
            </a:extLst>
          </p:cNvPr>
          <p:cNvSpPr>
            <a:spLocks xmlns:a="http://schemas.openxmlformats.org/drawingml/2006/main" noGrp="1"/>
          </p:cNvSpPr>
          <p:nvPr/>
        </p:nvSpPr>
        <p:spPr>
          <a:xfrm xmlns:a="http://schemas.openxmlformats.org/drawingml/2006/main">
            <a:off x="1123950" y="504825"/>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335"/>
                </a:solidFill>
                <a:latin typeface="PingFang SC"/>
                <a:ea typeface="PingFang SC"/>
                <a:cs typeface="PingFang SC"/>
              </a:defRPr>
            </a:pPr>
            <a:r>
              <a:rPr sz="1125" b="1">
                <a:solidFill>
                  <a:srgbClr val="A74335"/>
                </a:solidFill>
                <a:latin typeface="PingFang SC"/>
                <a:ea typeface="PingFang SC"/>
                <a:cs typeface="PingFang SC"/>
              </a:rPr>
              <a:t>02 · 一个简化的信息流观察框架</a:t>
            </a:r>
          </a:p>
        </p:txBody>
      </p:sp>
      <p:sp>
        <p:nvSpPr>
          <p:cNvPr id="33" name="text-0113">
            <a:extLst xmlns:a="http://schemas.openxmlformats.org/drawingml/2006/main">
              <a:ext uri="{FF2B5EF4-FFF2-40B4-BE49-F238E27FC236}">
                <a16:creationId xmlns:a16="http://schemas.microsoft.com/office/drawing/2014/main" id="{389E5A77-71C9-4141-99E7-ABECE294EBEA}"/>
              </a:ext>
            </a:extLst>
          </p:cNvPr>
          <p:cNvSpPr>
            <a:spLocks xmlns:a="http://schemas.openxmlformats.org/drawingml/2006/main" noGrp="1"/>
          </p:cNvSpPr>
          <p:nvPr/>
        </p:nvSpPr>
        <p:spPr>
          <a:xfrm xmlns:a="http://schemas.openxmlformats.org/drawingml/2006/main">
            <a:off x="685800" y="981075"/>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318"/>
          </a:bodyPr>
          <a:lstStyle xmlns:a="http://schemas.openxmlformats.org/drawingml/2006/main"/>
          <a:p xmlns:a="http://schemas.openxmlformats.org/drawingml/2006/main">
            <a:pPr algn="l">
              <a:lnSpc>
                <a:spcPct val="95000"/>
              </a:lnSpc>
              <a:buNone/>
              <a:defRPr sz="3525" b="1">
                <a:solidFill>
                  <a:srgbClr val="182338"/>
                </a:solidFill>
                <a:latin typeface="Songti SC"/>
                <a:ea typeface="Songti SC"/>
                <a:cs typeface="Songti SC"/>
              </a:defRPr>
            </a:pPr>
            <a:r>
              <a:rPr sz="3525" b="1">
                <a:solidFill>
                  <a:srgbClr val="182338"/>
                </a:solidFill>
                <a:latin typeface="Songti SC"/>
                <a:ea typeface="Songti SC"/>
                <a:cs typeface="Songti SC"/>
              </a:rPr>
              <a:t>看一项技术是否改变时代，</a:t>
            </a:r>
          </a:p>
          <a:p xmlns:a="http://schemas.openxmlformats.org/drawingml/2006/main">
            <a:pPr algn="l">
              <a:lnSpc>
                <a:spcPct val="95000"/>
              </a:lnSpc>
              <a:buNone/>
              <a:defRPr sz="3525" b="1">
                <a:solidFill>
                  <a:srgbClr val="182338"/>
                </a:solidFill>
                <a:latin typeface="Songti SC"/>
                <a:ea typeface="Songti SC"/>
                <a:cs typeface="Songti SC"/>
              </a:defRPr>
            </a:pPr>
            <a:r>
              <a:rPr sz="3525" b="1">
                <a:solidFill>
                  <a:srgbClr val="182338"/>
                </a:solidFill>
                <a:latin typeface="Songti SC"/>
                <a:ea typeface="Songti SC"/>
                <a:cs typeface="Songti SC"/>
              </a:rPr>
              <a:t>可以先看两个效率</a:t>
            </a:r>
          </a:p>
        </p:txBody>
      </p:sp>
      <p:sp>
        <p:nvSpPr>
          <p:cNvPr id="34" name="rect-0114">
            <a:extLst xmlns:a="http://schemas.openxmlformats.org/drawingml/2006/main">
              <a:ext uri="{FF2B5EF4-FFF2-40B4-BE49-F238E27FC236}">
                <a16:creationId xmlns:a16="http://schemas.microsoft.com/office/drawing/2014/main" id="{771729B5-FBD5-40B8-A492-37CB590305FB}"/>
              </a:ext>
            </a:extLst>
          </p:cNvPr>
          <p:cNvSpPr>
            <a:spLocks xmlns:a="http://schemas.openxmlformats.org/drawingml/2006/main" noGrp="1"/>
          </p:cNvSpPr>
          <p:nvPr/>
        </p:nvSpPr>
        <p:spPr>
          <a:xfrm xmlns:a="http://schemas.openxmlformats.org/drawingml/2006/main">
            <a:off x="685800" y="2047875"/>
            <a:ext cx="5276850" cy="495300"/>
          </a:xfrm>
          <a:prstGeom xmlns:a="http://schemas.openxmlformats.org/drawingml/2006/main" prst="roundRect">
            <a:avLst>
              <a:gd name="adj" fmla="val 34615"/>
            </a:avLst>
          </a:prstGeom>
          <a:solidFill xmlns:a="http://schemas.openxmlformats.org/drawingml/2006/main">
            <a:srgbClr val="FFFDF8"/>
          </a:solidFill>
          <a:ln xmlns:a="http://schemas.openxmlformats.org/drawingml/2006/main" w="9525">
            <a:solidFill>
              <a:srgbClr val="D8D2C5"/>
            </a:solidFill>
            <a:prstDash val="solid"/>
          </a:ln>
        </p:spPr>
      </p:sp>
      <p:sp>
        <p:nvSpPr>
          <p:cNvPr id="35" name="text-0115">
            <a:extLst xmlns:a="http://schemas.openxmlformats.org/drawingml/2006/main">
              <a:ext uri="{FF2B5EF4-FFF2-40B4-BE49-F238E27FC236}">
                <a16:creationId xmlns:a16="http://schemas.microsoft.com/office/drawing/2014/main" id="{19C2A5EB-2374-4D6A-A02A-59892379791B}"/>
              </a:ext>
            </a:extLst>
          </p:cNvPr>
          <p:cNvSpPr>
            <a:spLocks xmlns:a="http://schemas.openxmlformats.org/drawingml/2006/main" noGrp="1"/>
          </p:cNvSpPr>
          <p:nvPr/>
        </p:nvSpPr>
        <p:spPr>
          <a:xfrm xmlns:a="http://schemas.openxmlformats.org/drawingml/2006/main">
            <a:off x="838200" y="2181225"/>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2F5F83"/>
                </a:solidFill>
                <a:latin typeface="PingFang SC"/>
                <a:ea typeface="PingFang SC"/>
                <a:cs typeface="PingFang SC"/>
              </a:defRPr>
            </a:pPr>
            <a:r>
              <a:rPr sz="1050" b="1">
                <a:solidFill>
                  <a:srgbClr val="2F5F83"/>
                </a:solidFill>
                <a:latin typeface="PingFang SC"/>
                <a:ea typeface="PingFang SC"/>
                <a:cs typeface="PingFang SC"/>
              </a:rPr>
              <a:t>信息生产效率：把知识、经验和规则变成可用方案、内容与指令</a:t>
            </a:r>
          </a:p>
        </p:txBody>
      </p:sp>
      <p:sp>
        <p:nvSpPr>
          <p:cNvPr id="36" name="rect-0116">
            <a:extLst xmlns:a="http://schemas.openxmlformats.org/drawingml/2006/main">
              <a:ext uri="{FF2B5EF4-FFF2-40B4-BE49-F238E27FC236}">
                <a16:creationId xmlns:a16="http://schemas.microsoft.com/office/drawing/2014/main" id="{6F65727F-54FE-4302-B31C-0D32A4F8D380}"/>
              </a:ext>
            </a:extLst>
          </p:cNvPr>
          <p:cNvSpPr>
            <a:spLocks xmlns:a="http://schemas.openxmlformats.org/drawingml/2006/main" noGrp="1"/>
          </p:cNvSpPr>
          <p:nvPr/>
        </p:nvSpPr>
        <p:spPr>
          <a:xfrm xmlns:a="http://schemas.openxmlformats.org/drawingml/2006/main">
            <a:off x="6115050" y="2047875"/>
            <a:ext cx="5391150" cy="495300"/>
          </a:xfrm>
          <a:prstGeom xmlns:a="http://schemas.openxmlformats.org/drawingml/2006/main" prst="roundRect">
            <a:avLst>
              <a:gd name="adj" fmla="val 34615"/>
            </a:avLst>
          </a:prstGeom>
          <a:solidFill xmlns:a="http://schemas.openxmlformats.org/drawingml/2006/main">
            <a:srgbClr val="FFFDF8"/>
          </a:solidFill>
          <a:ln xmlns:a="http://schemas.openxmlformats.org/drawingml/2006/main" w="9525">
            <a:solidFill>
              <a:srgbClr val="D8D2C5"/>
            </a:solidFill>
            <a:prstDash val="solid"/>
          </a:ln>
        </p:spPr>
      </p:sp>
      <p:sp>
        <p:nvSpPr>
          <p:cNvPr id="37" name="text-0117">
            <a:extLst xmlns:a="http://schemas.openxmlformats.org/drawingml/2006/main">
              <a:ext uri="{FF2B5EF4-FFF2-40B4-BE49-F238E27FC236}">
                <a16:creationId xmlns:a16="http://schemas.microsoft.com/office/drawing/2014/main" id="{22775F09-D0BE-4E1D-B361-DAF4EF78681B}"/>
              </a:ext>
            </a:extLst>
          </p:cNvPr>
          <p:cNvSpPr>
            <a:spLocks xmlns:a="http://schemas.openxmlformats.org/drawingml/2006/main" noGrp="1"/>
          </p:cNvSpPr>
          <p:nvPr/>
        </p:nvSpPr>
        <p:spPr>
          <a:xfrm xmlns:a="http://schemas.openxmlformats.org/drawingml/2006/main">
            <a:off x="6267450" y="2181225"/>
            <a:ext cx="508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A74335"/>
                </a:solidFill>
                <a:latin typeface="PingFang SC"/>
                <a:ea typeface="PingFang SC"/>
                <a:cs typeface="PingFang SC"/>
              </a:defRPr>
            </a:pPr>
            <a:r>
              <a:rPr sz="1050" b="1">
                <a:solidFill>
                  <a:srgbClr val="A74335"/>
                </a:solidFill>
                <a:latin typeface="PingFang SC"/>
                <a:ea typeface="PingFang SC"/>
                <a:cs typeface="PingFang SC"/>
              </a:rPr>
              <a:t>信息传递效率：让信息更快、更远、更稳定地到达人和系统</a:t>
            </a:r>
          </a:p>
        </p:txBody>
      </p:sp>
      <p:sp>
        <p:nvSpPr>
          <p:cNvPr id="38" name="rect-0118">
            <a:extLst xmlns:a="http://schemas.openxmlformats.org/drawingml/2006/main">
              <a:ext uri="{FF2B5EF4-FFF2-40B4-BE49-F238E27FC236}">
                <a16:creationId xmlns:a16="http://schemas.microsoft.com/office/drawing/2014/main" id="{9149046C-BE44-4031-A320-489210ED3D2F}"/>
              </a:ext>
            </a:extLst>
          </p:cNvPr>
          <p:cNvSpPr>
            <a:spLocks xmlns:a="http://schemas.openxmlformats.org/drawingml/2006/main" noGrp="1"/>
          </p:cNvSpPr>
          <p:nvPr/>
        </p:nvSpPr>
        <p:spPr>
          <a:xfrm xmlns:a="http://schemas.openxmlformats.org/drawingml/2006/main">
            <a:off x="685800" y="2724150"/>
            <a:ext cx="2552700" cy="2571750"/>
          </a:xfrm>
          <a:prstGeom xmlns:a="http://schemas.openxmlformats.org/drawingml/2006/main" prst="rect">
            <a:avLst/>
          </a:prstGeom>
          <a:solidFill xmlns:a="http://schemas.openxmlformats.org/drawingml/2006/main">
            <a:srgbClr val="FFFDF8"/>
          </a:solidFill>
          <a:ln xmlns:a="http://schemas.openxmlformats.org/drawingml/2006/main" w="9525">
            <a:solidFill>
              <a:srgbClr val="D8D2C5"/>
            </a:solidFill>
            <a:prstDash val="solid"/>
          </a:ln>
        </p:spPr>
      </p:sp>
      <p:sp>
        <p:nvSpPr>
          <p:cNvPr id="39" name="rect-0119">
            <a:extLst xmlns:a="http://schemas.openxmlformats.org/drawingml/2006/main">
              <a:ext uri="{FF2B5EF4-FFF2-40B4-BE49-F238E27FC236}">
                <a16:creationId xmlns:a16="http://schemas.microsoft.com/office/drawing/2014/main" id="{41A6FADB-CA51-4CE3-B2D9-DA272499D557}"/>
              </a:ext>
            </a:extLst>
          </p:cNvPr>
          <p:cNvSpPr>
            <a:spLocks xmlns:a="http://schemas.openxmlformats.org/drawingml/2006/main" noGrp="1"/>
          </p:cNvSpPr>
          <p:nvPr/>
        </p:nvSpPr>
        <p:spPr>
          <a:xfrm xmlns:a="http://schemas.openxmlformats.org/drawingml/2006/main">
            <a:off x="685800" y="2724150"/>
            <a:ext cx="2552700" cy="57150"/>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sp>
        <p:nvSpPr>
          <p:cNvPr id="40" name="text-0120">
            <a:extLst xmlns:a="http://schemas.openxmlformats.org/drawingml/2006/main">
              <a:ext uri="{FF2B5EF4-FFF2-40B4-BE49-F238E27FC236}">
                <a16:creationId xmlns:a16="http://schemas.microsoft.com/office/drawing/2014/main" id="{148F43E3-D5EC-4692-BD67-E92A4BD9F9FC}"/>
              </a:ext>
            </a:extLst>
          </p:cNvPr>
          <p:cNvSpPr>
            <a:spLocks xmlns:a="http://schemas.openxmlformats.org/drawingml/2006/main" noGrp="1"/>
          </p:cNvSpPr>
          <p:nvPr/>
        </p:nvSpPr>
        <p:spPr>
          <a:xfrm xmlns:a="http://schemas.openxmlformats.org/drawingml/2006/main">
            <a:off x="857250" y="29337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87287"/>
                </a:solidFill>
                <a:latin typeface="PingFang SC"/>
                <a:ea typeface="PingFang SC"/>
                <a:cs typeface="PingFang SC"/>
              </a:defRPr>
            </a:pPr>
            <a:r>
              <a:rPr sz="975" b="1">
                <a:solidFill>
                  <a:srgbClr val="687287"/>
                </a:solidFill>
                <a:latin typeface="PingFang SC"/>
                <a:ea typeface="PingFang SC"/>
                <a:cs typeface="PingFang SC"/>
              </a:rPr>
              <a:t>第一次工业革命</a:t>
            </a:r>
          </a:p>
        </p:txBody>
      </p:sp>
      <p:sp>
        <p:nvSpPr>
          <p:cNvPr id="41" name="text-0121">
            <a:extLst xmlns:a="http://schemas.openxmlformats.org/drawingml/2006/main">
              <a:ext uri="{FF2B5EF4-FFF2-40B4-BE49-F238E27FC236}">
                <a16:creationId xmlns:a16="http://schemas.microsoft.com/office/drawing/2014/main" id="{C262C292-C29B-4A76-89C2-70CD410AC234}"/>
              </a:ext>
            </a:extLst>
          </p:cNvPr>
          <p:cNvSpPr>
            <a:spLocks xmlns:a="http://schemas.openxmlformats.org/drawingml/2006/main" noGrp="1"/>
          </p:cNvSpPr>
          <p:nvPr/>
        </p:nvSpPr>
        <p:spPr>
          <a:xfrm xmlns:a="http://schemas.openxmlformats.org/drawingml/2006/main">
            <a:off x="857250" y="3257550"/>
            <a:ext cx="2209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82338"/>
                </a:solidFill>
                <a:latin typeface="PingFang SC"/>
                <a:ea typeface="PingFang SC"/>
                <a:cs typeface="PingFang SC"/>
              </a:defRPr>
            </a:pPr>
            <a:r>
              <a:rPr sz="1725" b="1">
                <a:solidFill>
                  <a:srgbClr val="182338"/>
                </a:solidFill>
                <a:latin typeface="PingFang SC"/>
                <a:ea typeface="PingFang SC"/>
                <a:cs typeface="PingFang SC"/>
              </a:rPr>
              <a:t>蒸汽机与机械化</a:t>
            </a:r>
          </a:p>
        </p:txBody>
      </p:sp>
      <p:sp>
        <p:nvSpPr>
          <p:cNvPr id="42" name="text-0122">
            <a:extLst xmlns:a="http://schemas.openxmlformats.org/drawingml/2006/main">
              <a:ext uri="{FF2B5EF4-FFF2-40B4-BE49-F238E27FC236}">
                <a16:creationId xmlns:a16="http://schemas.microsoft.com/office/drawing/2014/main" id="{39790903-1EF3-4A9B-8DA9-4A19C174FC24}"/>
              </a:ext>
            </a:extLst>
          </p:cNvPr>
          <p:cNvSpPr>
            <a:spLocks xmlns:a="http://schemas.openxmlformats.org/drawingml/2006/main" noGrp="1"/>
          </p:cNvSpPr>
          <p:nvPr/>
        </p:nvSpPr>
        <p:spPr>
          <a:xfrm xmlns:a="http://schemas.openxmlformats.org/drawingml/2006/main">
            <a:off x="857250" y="3876675"/>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87287"/>
                </a:solidFill>
                <a:latin typeface="PingFang SC"/>
                <a:ea typeface="PingFang SC"/>
                <a:cs typeface="PingFang SC"/>
              </a:defRPr>
            </a:pPr>
            <a:r>
              <a:rPr sz="1125" b="0">
                <a:solidFill>
                  <a:srgbClr val="687287"/>
                </a:solidFill>
                <a:latin typeface="PingFang SC"/>
                <a:ea typeface="PingFang SC"/>
                <a:cs typeface="PingFang SC"/>
              </a:rPr>
              <a:t>工艺被固化为可重复的机械过程</a:t>
            </a:r>
          </a:p>
        </p:txBody>
      </p:sp>
      <p:sp>
        <p:nvSpPr>
          <p:cNvPr id="43" name="rect-0123">
            <a:extLst xmlns:a="http://schemas.openxmlformats.org/drawingml/2006/main">
              <a:ext uri="{FF2B5EF4-FFF2-40B4-BE49-F238E27FC236}">
                <a16:creationId xmlns:a16="http://schemas.microsoft.com/office/drawing/2014/main" id="{B771362E-ECBD-4800-8C27-5C289579DC14}"/>
              </a:ext>
            </a:extLst>
          </p:cNvPr>
          <p:cNvSpPr>
            <a:spLocks xmlns:a="http://schemas.openxmlformats.org/drawingml/2006/main" noGrp="1"/>
          </p:cNvSpPr>
          <p:nvPr/>
        </p:nvSpPr>
        <p:spPr>
          <a:xfrm xmlns:a="http://schemas.openxmlformats.org/drawingml/2006/main">
            <a:off x="857250" y="4572000"/>
            <a:ext cx="2209800" cy="9525"/>
          </a:xfrm>
          <a:prstGeom xmlns:a="http://schemas.openxmlformats.org/drawingml/2006/main" prst="rect">
            <a:avLst/>
          </a:prstGeom>
          <a:solidFill xmlns:a="http://schemas.openxmlformats.org/drawingml/2006/main">
            <a:srgbClr val="D8D2C5"/>
          </a:solidFill>
          <a:ln xmlns:a="http://schemas.openxmlformats.org/drawingml/2006/main" w="0">
            <a:noFill/>
            <a:prstDash val="solid"/>
          </a:ln>
        </p:spPr>
      </p:sp>
      <p:sp>
        <p:nvSpPr>
          <p:cNvPr id="44" name="text-0124">
            <a:extLst xmlns:a="http://schemas.openxmlformats.org/drawingml/2006/main">
              <a:ext uri="{FF2B5EF4-FFF2-40B4-BE49-F238E27FC236}">
                <a16:creationId xmlns:a16="http://schemas.microsoft.com/office/drawing/2014/main" id="{DD36CD7A-0D00-420D-AC85-6298B277EDCE}"/>
              </a:ext>
            </a:extLst>
          </p:cNvPr>
          <p:cNvSpPr>
            <a:spLocks xmlns:a="http://schemas.openxmlformats.org/drawingml/2006/main" noGrp="1"/>
          </p:cNvSpPr>
          <p:nvPr/>
        </p:nvSpPr>
        <p:spPr>
          <a:xfrm xmlns:a="http://schemas.openxmlformats.org/drawingml/2006/main">
            <a:off x="857250" y="4695825"/>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87287"/>
                </a:solidFill>
                <a:latin typeface="PingFang SC"/>
                <a:ea typeface="PingFang SC"/>
                <a:cs typeface="PingFang SC"/>
              </a:defRPr>
            </a:pPr>
            <a:r>
              <a:rPr sz="975" b="0">
                <a:solidFill>
                  <a:srgbClr val="687287"/>
                </a:solidFill>
                <a:latin typeface="PingFang SC"/>
                <a:ea typeface="PingFang SC"/>
                <a:cs typeface="PingFang SC"/>
              </a:rPr>
              <a:t>信息生产</a:t>
            </a:r>
          </a:p>
        </p:txBody>
      </p:sp>
      <p:sp>
        <p:nvSpPr>
          <p:cNvPr id="45" name="text-0125">
            <a:extLst xmlns:a="http://schemas.openxmlformats.org/drawingml/2006/main">
              <a:ext uri="{FF2B5EF4-FFF2-40B4-BE49-F238E27FC236}">
                <a16:creationId xmlns:a16="http://schemas.microsoft.com/office/drawing/2014/main" id="{ED25F0B4-3A72-4472-8761-142798910331}"/>
              </a:ext>
            </a:extLst>
          </p:cNvPr>
          <p:cNvSpPr>
            <a:spLocks xmlns:a="http://schemas.openxmlformats.org/drawingml/2006/main" noGrp="1"/>
          </p:cNvSpPr>
          <p:nvPr/>
        </p:nvSpPr>
        <p:spPr>
          <a:xfrm xmlns:a="http://schemas.openxmlformats.org/drawingml/2006/main">
            <a:off x="1809750" y="4695825"/>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2F5F83"/>
                </a:solidFill>
                <a:latin typeface="PingFang SC"/>
                <a:ea typeface="PingFang SC"/>
                <a:cs typeface="PingFang SC"/>
              </a:defRPr>
            </a:pPr>
            <a:r>
              <a:rPr sz="975" b="1">
                <a:solidFill>
                  <a:srgbClr val="2F5F83"/>
                </a:solidFill>
                <a:latin typeface="PingFang SC"/>
                <a:ea typeface="PingFang SC"/>
                <a:cs typeface="PingFang SC"/>
              </a:rPr>
              <a:t>间接提升</a:t>
            </a:r>
          </a:p>
        </p:txBody>
      </p:sp>
      <p:sp>
        <p:nvSpPr>
          <p:cNvPr id="46" name="rect-0126">
            <a:extLst xmlns:a="http://schemas.openxmlformats.org/drawingml/2006/main">
              <a:ext uri="{FF2B5EF4-FFF2-40B4-BE49-F238E27FC236}">
                <a16:creationId xmlns:a16="http://schemas.microsoft.com/office/drawing/2014/main" id="{EB2C59D8-F756-4E9F-81B0-A120DA5C973B}"/>
              </a:ext>
            </a:extLst>
          </p:cNvPr>
          <p:cNvSpPr>
            <a:spLocks xmlns:a="http://schemas.openxmlformats.org/drawingml/2006/main" noGrp="1"/>
          </p:cNvSpPr>
          <p:nvPr/>
        </p:nvSpPr>
        <p:spPr>
          <a:xfrm xmlns:a="http://schemas.openxmlformats.org/drawingml/2006/main">
            <a:off x="857250" y="4972050"/>
            <a:ext cx="2209800" cy="9525"/>
          </a:xfrm>
          <a:prstGeom xmlns:a="http://schemas.openxmlformats.org/drawingml/2006/main" prst="rect">
            <a:avLst/>
          </a:prstGeom>
          <a:solidFill xmlns:a="http://schemas.openxmlformats.org/drawingml/2006/main">
            <a:srgbClr val="D8D2C5"/>
          </a:solidFill>
          <a:ln xmlns:a="http://schemas.openxmlformats.org/drawingml/2006/main" w="0">
            <a:noFill/>
            <a:prstDash val="solid"/>
          </a:ln>
        </p:spPr>
      </p:sp>
      <p:sp>
        <p:nvSpPr>
          <p:cNvPr id="47" name="text-0127">
            <a:extLst xmlns:a="http://schemas.openxmlformats.org/drawingml/2006/main">
              <a:ext uri="{FF2B5EF4-FFF2-40B4-BE49-F238E27FC236}">
                <a16:creationId xmlns:a16="http://schemas.microsoft.com/office/drawing/2014/main" id="{221ECAAC-A587-4998-AF04-004461B6C8CA}"/>
              </a:ext>
            </a:extLst>
          </p:cNvPr>
          <p:cNvSpPr>
            <a:spLocks xmlns:a="http://schemas.openxmlformats.org/drawingml/2006/main" noGrp="1"/>
          </p:cNvSpPr>
          <p:nvPr/>
        </p:nvSpPr>
        <p:spPr>
          <a:xfrm xmlns:a="http://schemas.openxmlformats.org/drawingml/2006/main">
            <a:off x="857250" y="506730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87287"/>
                </a:solidFill>
                <a:latin typeface="PingFang SC"/>
                <a:ea typeface="PingFang SC"/>
                <a:cs typeface="PingFang SC"/>
              </a:defRPr>
            </a:pPr>
            <a:r>
              <a:rPr sz="975" b="0">
                <a:solidFill>
                  <a:srgbClr val="687287"/>
                </a:solidFill>
                <a:latin typeface="PingFang SC"/>
                <a:ea typeface="PingFang SC"/>
                <a:cs typeface="PingFang SC"/>
              </a:rPr>
              <a:t>信息传递</a:t>
            </a:r>
          </a:p>
        </p:txBody>
      </p:sp>
      <p:sp>
        <p:nvSpPr>
          <p:cNvPr id="48" name="text-0128">
            <a:extLst xmlns:a="http://schemas.openxmlformats.org/drawingml/2006/main">
              <a:ext uri="{FF2B5EF4-FFF2-40B4-BE49-F238E27FC236}">
                <a16:creationId xmlns:a16="http://schemas.microsoft.com/office/drawing/2014/main" id="{C4E11446-6687-4EA3-A273-81F32952757F}"/>
              </a:ext>
            </a:extLst>
          </p:cNvPr>
          <p:cNvSpPr>
            <a:spLocks xmlns:a="http://schemas.openxmlformats.org/drawingml/2006/main" noGrp="1"/>
          </p:cNvSpPr>
          <p:nvPr/>
        </p:nvSpPr>
        <p:spPr>
          <a:xfrm xmlns:a="http://schemas.openxmlformats.org/drawingml/2006/main">
            <a:off x="1752600" y="5067300"/>
            <a:ext cx="1314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2F5F83"/>
                </a:solidFill>
                <a:latin typeface="PingFang SC"/>
                <a:ea typeface="PingFang SC"/>
                <a:cs typeface="PingFang SC"/>
              </a:defRPr>
            </a:pPr>
            <a:r>
              <a:rPr sz="975" b="1">
                <a:solidFill>
                  <a:srgbClr val="2F5F83"/>
                </a:solidFill>
                <a:latin typeface="PingFang SC"/>
                <a:ea typeface="PingFang SC"/>
                <a:cs typeface="PingFang SC"/>
              </a:rPr>
              <a:t>不是核心</a:t>
            </a:r>
          </a:p>
        </p:txBody>
      </p:sp>
      <p:sp>
        <p:nvSpPr>
          <p:cNvPr id="49" name="rect-0129">
            <a:extLst xmlns:a="http://schemas.openxmlformats.org/drawingml/2006/main">
              <a:ext uri="{FF2B5EF4-FFF2-40B4-BE49-F238E27FC236}">
                <a16:creationId xmlns:a16="http://schemas.microsoft.com/office/drawing/2014/main" id="{C7560521-CB1F-45B0-8194-D465A2B01EA4}"/>
              </a:ext>
            </a:extLst>
          </p:cNvPr>
          <p:cNvSpPr>
            <a:spLocks xmlns:a="http://schemas.openxmlformats.org/drawingml/2006/main" noGrp="1"/>
          </p:cNvSpPr>
          <p:nvPr/>
        </p:nvSpPr>
        <p:spPr>
          <a:xfrm xmlns:a="http://schemas.openxmlformats.org/drawingml/2006/main">
            <a:off x="3409950" y="2724150"/>
            <a:ext cx="2552700" cy="2571750"/>
          </a:xfrm>
          <a:prstGeom xmlns:a="http://schemas.openxmlformats.org/drawingml/2006/main" prst="rect">
            <a:avLst/>
          </a:prstGeom>
          <a:solidFill xmlns:a="http://schemas.openxmlformats.org/drawingml/2006/main">
            <a:srgbClr val="FFFDF8"/>
          </a:solidFill>
          <a:ln xmlns:a="http://schemas.openxmlformats.org/drawingml/2006/main" w="9525">
            <a:solidFill>
              <a:srgbClr val="D8D2C5"/>
            </a:solidFill>
            <a:prstDash val="solid"/>
          </a:ln>
        </p:spPr>
      </p:sp>
      <p:sp>
        <p:nvSpPr>
          <p:cNvPr id="50" name="rect-0130">
            <a:extLst xmlns:a="http://schemas.openxmlformats.org/drawingml/2006/main">
              <a:ext uri="{FF2B5EF4-FFF2-40B4-BE49-F238E27FC236}">
                <a16:creationId xmlns:a16="http://schemas.microsoft.com/office/drawing/2014/main" id="{AA1F9A73-3E75-4A55-8FC1-A6FDD730E4F7}"/>
              </a:ext>
            </a:extLst>
          </p:cNvPr>
          <p:cNvSpPr>
            <a:spLocks xmlns:a="http://schemas.openxmlformats.org/drawingml/2006/main" noGrp="1"/>
          </p:cNvSpPr>
          <p:nvPr/>
        </p:nvSpPr>
        <p:spPr>
          <a:xfrm xmlns:a="http://schemas.openxmlformats.org/drawingml/2006/main">
            <a:off x="3409950" y="2724150"/>
            <a:ext cx="2552700" cy="57150"/>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sp>
        <p:nvSpPr>
          <p:cNvPr id="51" name="text-0131">
            <a:extLst xmlns:a="http://schemas.openxmlformats.org/drawingml/2006/main">
              <a:ext uri="{FF2B5EF4-FFF2-40B4-BE49-F238E27FC236}">
                <a16:creationId xmlns:a16="http://schemas.microsoft.com/office/drawing/2014/main" id="{EDBF3A00-D020-4E35-A0E3-F241B67BA5EC}"/>
              </a:ext>
            </a:extLst>
          </p:cNvPr>
          <p:cNvSpPr>
            <a:spLocks xmlns:a="http://schemas.openxmlformats.org/drawingml/2006/main" noGrp="1"/>
          </p:cNvSpPr>
          <p:nvPr/>
        </p:nvSpPr>
        <p:spPr>
          <a:xfrm xmlns:a="http://schemas.openxmlformats.org/drawingml/2006/main">
            <a:off x="3581400" y="29337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87287"/>
                </a:solidFill>
                <a:latin typeface="PingFang SC"/>
                <a:ea typeface="PingFang SC"/>
                <a:cs typeface="PingFang SC"/>
              </a:defRPr>
            </a:pPr>
            <a:r>
              <a:rPr sz="975" b="1">
                <a:solidFill>
                  <a:srgbClr val="687287"/>
                </a:solidFill>
                <a:latin typeface="PingFang SC"/>
                <a:ea typeface="PingFang SC"/>
                <a:cs typeface="PingFang SC"/>
              </a:rPr>
              <a:t>第二次工业革命</a:t>
            </a:r>
          </a:p>
        </p:txBody>
      </p:sp>
      <p:sp>
        <p:nvSpPr>
          <p:cNvPr id="52" name="text-0132">
            <a:extLst xmlns:a="http://schemas.openxmlformats.org/drawingml/2006/main">
              <a:ext uri="{FF2B5EF4-FFF2-40B4-BE49-F238E27FC236}">
                <a16:creationId xmlns:a16="http://schemas.microsoft.com/office/drawing/2014/main" id="{AD8A30BD-B7B4-4A0E-BE65-17D5CA05AB3F}"/>
              </a:ext>
            </a:extLst>
          </p:cNvPr>
          <p:cNvSpPr>
            <a:spLocks xmlns:a="http://schemas.openxmlformats.org/drawingml/2006/main" noGrp="1"/>
          </p:cNvSpPr>
          <p:nvPr/>
        </p:nvSpPr>
        <p:spPr>
          <a:xfrm xmlns:a="http://schemas.openxmlformats.org/drawingml/2006/main">
            <a:off x="3581400" y="3257550"/>
            <a:ext cx="2209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82338"/>
                </a:solidFill>
                <a:latin typeface="PingFang SC"/>
                <a:ea typeface="PingFang SC"/>
                <a:cs typeface="PingFang SC"/>
              </a:defRPr>
            </a:pPr>
            <a:r>
              <a:rPr sz="1725" b="1">
                <a:solidFill>
                  <a:srgbClr val="182338"/>
                </a:solidFill>
                <a:latin typeface="PingFang SC"/>
                <a:ea typeface="PingFang SC"/>
                <a:cs typeface="PingFang SC"/>
              </a:rPr>
              <a:t>电气化与规模生产</a:t>
            </a:r>
          </a:p>
        </p:txBody>
      </p:sp>
      <p:sp>
        <p:nvSpPr>
          <p:cNvPr id="53" name="text-0133">
            <a:extLst xmlns:a="http://schemas.openxmlformats.org/drawingml/2006/main">
              <a:ext uri="{FF2B5EF4-FFF2-40B4-BE49-F238E27FC236}">
                <a16:creationId xmlns:a16="http://schemas.microsoft.com/office/drawing/2014/main" id="{C12593B1-8E5E-4B5C-B16C-7726C1C4D543}"/>
              </a:ext>
            </a:extLst>
          </p:cNvPr>
          <p:cNvSpPr>
            <a:spLocks xmlns:a="http://schemas.openxmlformats.org/drawingml/2006/main" noGrp="1"/>
          </p:cNvSpPr>
          <p:nvPr/>
        </p:nvSpPr>
        <p:spPr>
          <a:xfrm xmlns:a="http://schemas.openxmlformats.org/drawingml/2006/main">
            <a:off x="3581400" y="3876675"/>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87287"/>
                </a:solidFill>
                <a:latin typeface="PingFang SC"/>
                <a:ea typeface="PingFang SC"/>
                <a:cs typeface="PingFang SC"/>
              </a:defRPr>
            </a:pPr>
            <a:r>
              <a:rPr sz="1125" b="0">
                <a:solidFill>
                  <a:srgbClr val="687287"/>
                </a:solidFill>
                <a:latin typeface="PingFang SC"/>
                <a:ea typeface="PingFang SC"/>
                <a:cs typeface="PingFang SC"/>
              </a:rPr>
              <a:t>标准化生产与电报、电话共同扩张</a:t>
            </a:r>
          </a:p>
        </p:txBody>
      </p:sp>
      <p:sp>
        <p:nvSpPr>
          <p:cNvPr id="54" name="rect-0134">
            <a:extLst xmlns:a="http://schemas.openxmlformats.org/drawingml/2006/main">
              <a:ext uri="{FF2B5EF4-FFF2-40B4-BE49-F238E27FC236}">
                <a16:creationId xmlns:a16="http://schemas.microsoft.com/office/drawing/2014/main" id="{7B0995CA-4248-4916-8C98-61FBF32DDC51}"/>
              </a:ext>
            </a:extLst>
          </p:cNvPr>
          <p:cNvSpPr>
            <a:spLocks xmlns:a="http://schemas.openxmlformats.org/drawingml/2006/main" noGrp="1"/>
          </p:cNvSpPr>
          <p:nvPr/>
        </p:nvSpPr>
        <p:spPr>
          <a:xfrm xmlns:a="http://schemas.openxmlformats.org/drawingml/2006/main">
            <a:off x="3581400" y="4572000"/>
            <a:ext cx="2209800" cy="9525"/>
          </a:xfrm>
          <a:prstGeom xmlns:a="http://schemas.openxmlformats.org/drawingml/2006/main" prst="rect">
            <a:avLst/>
          </a:prstGeom>
          <a:solidFill xmlns:a="http://schemas.openxmlformats.org/drawingml/2006/main">
            <a:srgbClr val="D8D2C5"/>
          </a:solidFill>
          <a:ln xmlns:a="http://schemas.openxmlformats.org/drawingml/2006/main" w="0">
            <a:noFill/>
            <a:prstDash val="solid"/>
          </a:ln>
        </p:spPr>
      </p:sp>
      <p:sp>
        <p:nvSpPr>
          <p:cNvPr id="55" name="text-0135">
            <a:extLst xmlns:a="http://schemas.openxmlformats.org/drawingml/2006/main">
              <a:ext uri="{FF2B5EF4-FFF2-40B4-BE49-F238E27FC236}">
                <a16:creationId xmlns:a16="http://schemas.microsoft.com/office/drawing/2014/main" id="{6F4ECF2E-7833-4875-B3CB-9C25F4DB15C8}"/>
              </a:ext>
            </a:extLst>
          </p:cNvPr>
          <p:cNvSpPr>
            <a:spLocks xmlns:a="http://schemas.openxmlformats.org/drawingml/2006/main" noGrp="1"/>
          </p:cNvSpPr>
          <p:nvPr/>
        </p:nvSpPr>
        <p:spPr>
          <a:xfrm xmlns:a="http://schemas.openxmlformats.org/drawingml/2006/main">
            <a:off x="3581400" y="4695825"/>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87287"/>
                </a:solidFill>
                <a:latin typeface="PingFang SC"/>
                <a:ea typeface="PingFang SC"/>
                <a:cs typeface="PingFang SC"/>
              </a:defRPr>
            </a:pPr>
            <a:r>
              <a:rPr sz="975" b="0">
                <a:solidFill>
                  <a:srgbClr val="687287"/>
                </a:solidFill>
                <a:latin typeface="PingFang SC"/>
                <a:ea typeface="PingFang SC"/>
                <a:cs typeface="PingFang SC"/>
              </a:rPr>
              <a:t>信息生产</a:t>
            </a:r>
          </a:p>
        </p:txBody>
      </p:sp>
      <p:sp>
        <p:nvSpPr>
          <p:cNvPr id="56" name="text-0136">
            <a:extLst xmlns:a="http://schemas.openxmlformats.org/drawingml/2006/main">
              <a:ext uri="{FF2B5EF4-FFF2-40B4-BE49-F238E27FC236}">
                <a16:creationId xmlns:a16="http://schemas.microsoft.com/office/drawing/2014/main" id="{98BE361D-68E8-499F-BE4C-6A97D0FE27F2}"/>
              </a:ext>
            </a:extLst>
          </p:cNvPr>
          <p:cNvSpPr>
            <a:spLocks xmlns:a="http://schemas.openxmlformats.org/drawingml/2006/main" noGrp="1"/>
          </p:cNvSpPr>
          <p:nvPr/>
        </p:nvSpPr>
        <p:spPr>
          <a:xfrm xmlns:a="http://schemas.openxmlformats.org/drawingml/2006/main">
            <a:off x="4533900" y="4695825"/>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2F5F83"/>
                </a:solidFill>
                <a:latin typeface="PingFang SC"/>
                <a:ea typeface="PingFang SC"/>
                <a:cs typeface="PingFang SC"/>
              </a:defRPr>
            </a:pPr>
            <a:r>
              <a:rPr sz="975" b="1">
                <a:solidFill>
                  <a:srgbClr val="2F5F83"/>
                </a:solidFill>
                <a:latin typeface="PingFang SC"/>
                <a:ea typeface="PingFang SC"/>
                <a:cs typeface="PingFang SC"/>
              </a:rPr>
              <a:t>明显提升</a:t>
            </a:r>
          </a:p>
        </p:txBody>
      </p:sp>
      <p:sp>
        <p:nvSpPr>
          <p:cNvPr id="57" name="rect-0137">
            <a:extLst xmlns:a="http://schemas.openxmlformats.org/drawingml/2006/main">
              <a:ext uri="{FF2B5EF4-FFF2-40B4-BE49-F238E27FC236}">
                <a16:creationId xmlns:a16="http://schemas.microsoft.com/office/drawing/2014/main" id="{B389AB1A-7DE0-4624-BBD4-19FDC4FEB5D3}"/>
              </a:ext>
            </a:extLst>
          </p:cNvPr>
          <p:cNvSpPr>
            <a:spLocks xmlns:a="http://schemas.openxmlformats.org/drawingml/2006/main" noGrp="1"/>
          </p:cNvSpPr>
          <p:nvPr/>
        </p:nvSpPr>
        <p:spPr>
          <a:xfrm xmlns:a="http://schemas.openxmlformats.org/drawingml/2006/main">
            <a:off x="3581400" y="4972050"/>
            <a:ext cx="2209800" cy="9525"/>
          </a:xfrm>
          <a:prstGeom xmlns:a="http://schemas.openxmlformats.org/drawingml/2006/main" prst="rect">
            <a:avLst/>
          </a:prstGeom>
          <a:solidFill xmlns:a="http://schemas.openxmlformats.org/drawingml/2006/main">
            <a:srgbClr val="D8D2C5"/>
          </a:solidFill>
          <a:ln xmlns:a="http://schemas.openxmlformats.org/drawingml/2006/main" w="0">
            <a:noFill/>
            <a:prstDash val="solid"/>
          </a:ln>
        </p:spPr>
      </p:sp>
      <p:sp>
        <p:nvSpPr>
          <p:cNvPr id="58" name="text-0138">
            <a:extLst xmlns:a="http://schemas.openxmlformats.org/drawingml/2006/main">
              <a:ext uri="{FF2B5EF4-FFF2-40B4-BE49-F238E27FC236}">
                <a16:creationId xmlns:a16="http://schemas.microsoft.com/office/drawing/2014/main" id="{4964B850-64B6-4520-9828-12665D2EFE6A}"/>
              </a:ext>
            </a:extLst>
          </p:cNvPr>
          <p:cNvSpPr>
            <a:spLocks xmlns:a="http://schemas.openxmlformats.org/drawingml/2006/main" noGrp="1"/>
          </p:cNvSpPr>
          <p:nvPr/>
        </p:nvSpPr>
        <p:spPr>
          <a:xfrm xmlns:a="http://schemas.openxmlformats.org/drawingml/2006/main">
            <a:off x="3581400" y="506730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87287"/>
                </a:solidFill>
                <a:latin typeface="PingFang SC"/>
                <a:ea typeface="PingFang SC"/>
                <a:cs typeface="PingFang SC"/>
              </a:defRPr>
            </a:pPr>
            <a:r>
              <a:rPr sz="975" b="0">
                <a:solidFill>
                  <a:srgbClr val="687287"/>
                </a:solidFill>
                <a:latin typeface="PingFang SC"/>
                <a:ea typeface="PingFang SC"/>
                <a:cs typeface="PingFang SC"/>
              </a:rPr>
              <a:t>信息传递</a:t>
            </a:r>
          </a:p>
        </p:txBody>
      </p:sp>
      <p:sp>
        <p:nvSpPr>
          <p:cNvPr id="59" name="text-0139">
            <a:extLst xmlns:a="http://schemas.openxmlformats.org/drawingml/2006/main">
              <a:ext uri="{FF2B5EF4-FFF2-40B4-BE49-F238E27FC236}">
                <a16:creationId xmlns:a16="http://schemas.microsoft.com/office/drawing/2014/main" id="{2F0A7B9D-C39C-4E20-9DD8-C9DF0FE35014}"/>
              </a:ext>
            </a:extLst>
          </p:cNvPr>
          <p:cNvSpPr>
            <a:spLocks xmlns:a="http://schemas.openxmlformats.org/drawingml/2006/main" noGrp="1"/>
          </p:cNvSpPr>
          <p:nvPr/>
        </p:nvSpPr>
        <p:spPr>
          <a:xfrm xmlns:a="http://schemas.openxmlformats.org/drawingml/2006/main">
            <a:off x="4476750" y="5067300"/>
            <a:ext cx="1314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2F5F83"/>
                </a:solidFill>
                <a:latin typeface="PingFang SC"/>
                <a:ea typeface="PingFang SC"/>
                <a:cs typeface="PingFang SC"/>
              </a:defRPr>
            </a:pPr>
            <a:r>
              <a:rPr sz="975" b="1">
                <a:solidFill>
                  <a:srgbClr val="2F5F83"/>
                </a:solidFill>
                <a:latin typeface="PingFang SC"/>
                <a:ea typeface="PingFang SC"/>
                <a:cs typeface="PingFang SC"/>
              </a:rPr>
              <a:t>明显提升</a:t>
            </a:r>
          </a:p>
        </p:txBody>
      </p:sp>
      <p:sp>
        <p:nvSpPr>
          <p:cNvPr id="60" name="rect-0140">
            <a:extLst xmlns:a="http://schemas.openxmlformats.org/drawingml/2006/main">
              <a:ext uri="{FF2B5EF4-FFF2-40B4-BE49-F238E27FC236}">
                <a16:creationId xmlns:a16="http://schemas.microsoft.com/office/drawing/2014/main" id="{74AE81DB-534D-4F92-A4DE-593BAFF2A555}"/>
              </a:ext>
            </a:extLst>
          </p:cNvPr>
          <p:cNvSpPr>
            <a:spLocks xmlns:a="http://schemas.openxmlformats.org/drawingml/2006/main" noGrp="1"/>
          </p:cNvSpPr>
          <p:nvPr/>
        </p:nvSpPr>
        <p:spPr>
          <a:xfrm xmlns:a="http://schemas.openxmlformats.org/drawingml/2006/main">
            <a:off x="6134100" y="2724150"/>
            <a:ext cx="2552700" cy="2571750"/>
          </a:xfrm>
          <a:prstGeom xmlns:a="http://schemas.openxmlformats.org/drawingml/2006/main" prst="rect">
            <a:avLst/>
          </a:prstGeom>
          <a:solidFill xmlns:a="http://schemas.openxmlformats.org/drawingml/2006/main">
            <a:srgbClr val="FFFDF8"/>
          </a:solidFill>
          <a:ln xmlns:a="http://schemas.openxmlformats.org/drawingml/2006/main" w="9525">
            <a:solidFill>
              <a:srgbClr val="D8D2C5"/>
            </a:solidFill>
            <a:prstDash val="solid"/>
          </a:ln>
        </p:spPr>
      </p:sp>
      <p:sp>
        <p:nvSpPr>
          <p:cNvPr id="61" name="rect-0141">
            <a:extLst xmlns:a="http://schemas.openxmlformats.org/drawingml/2006/main">
              <a:ext uri="{FF2B5EF4-FFF2-40B4-BE49-F238E27FC236}">
                <a16:creationId xmlns:a16="http://schemas.microsoft.com/office/drawing/2014/main" id="{BE929BEC-2397-44FC-8995-D19326C53675}"/>
              </a:ext>
            </a:extLst>
          </p:cNvPr>
          <p:cNvSpPr>
            <a:spLocks xmlns:a="http://schemas.openxmlformats.org/drawingml/2006/main" noGrp="1"/>
          </p:cNvSpPr>
          <p:nvPr/>
        </p:nvSpPr>
        <p:spPr>
          <a:xfrm xmlns:a="http://schemas.openxmlformats.org/drawingml/2006/main">
            <a:off x="6134100" y="2724150"/>
            <a:ext cx="2552700" cy="57150"/>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sp>
        <p:nvSpPr>
          <p:cNvPr id="62" name="text-0142">
            <a:extLst xmlns:a="http://schemas.openxmlformats.org/drawingml/2006/main">
              <a:ext uri="{FF2B5EF4-FFF2-40B4-BE49-F238E27FC236}">
                <a16:creationId xmlns:a16="http://schemas.microsoft.com/office/drawing/2014/main" id="{8A26EE57-CE48-48F5-A0DB-09CA40680907}"/>
              </a:ext>
            </a:extLst>
          </p:cNvPr>
          <p:cNvSpPr>
            <a:spLocks xmlns:a="http://schemas.openxmlformats.org/drawingml/2006/main" noGrp="1"/>
          </p:cNvSpPr>
          <p:nvPr/>
        </p:nvSpPr>
        <p:spPr>
          <a:xfrm xmlns:a="http://schemas.openxmlformats.org/drawingml/2006/main">
            <a:off x="6305550" y="29337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87287"/>
                </a:solidFill>
                <a:latin typeface="PingFang SC"/>
                <a:ea typeface="PingFang SC"/>
                <a:cs typeface="PingFang SC"/>
              </a:defRPr>
            </a:pPr>
            <a:r>
              <a:rPr sz="975" b="1">
                <a:solidFill>
                  <a:srgbClr val="687287"/>
                </a:solidFill>
                <a:latin typeface="PingFang SC"/>
                <a:ea typeface="PingFang SC"/>
                <a:cs typeface="PingFang SC"/>
              </a:rPr>
              <a:t>第三次工业革命</a:t>
            </a:r>
          </a:p>
        </p:txBody>
      </p:sp>
      <p:sp>
        <p:nvSpPr>
          <p:cNvPr id="63" name="text-0143">
            <a:extLst xmlns:a="http://schemas.openxmlformats.org/drawingml/2006/main">
              <a:ext uri="{FF2B5EF4-FFF2-40B4-BE49-F238E27FC236}">
                <a16:creationId xmlns:a16="http://schemas.microsoft.com/office/drawing/2014/main" id="{104862EB-8387-4C55-A7DE-D444CD17B312}"/>
              </a:ext>
            </a:extLst>
          </p:cNvPr>
          <p:cNvSpPr>
            <a:spLocks xmlns:a="http://schemas.openxmlformats.org/drawingml/2006/main" noGrp="1"/>
          </p:cNvSpPr>
          <p:nvPr/>
        </p:nvSpPr>
        <p:spPr>
          <a:xfrm xmlns:a="http://schemas.openxmlformats.org/drawingml/2006/main">
            <a:off x="6305550" y="3257550"/>
            <a:ext cx="2209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82338"/>
                </a:solidFill>
                <a:latin typeface="PingFang SC"/>
                <a:ea typeface="PingFang SC"/>
                <a:cs typeface="PingFang SC"/>
              </a:defRPr>
            </a:pPr>
            <a:r>
              <a:rPr sz="1725" b="1">
                <a:solidFill>
                  <a:srgbClr val="182338"/>
                </a:solidFill>
                <a:latin typeface="PingFang SC"/>
                <a:ea typeface="PingFang SC"/>
                <a:cs typeface="PingFang SC"/>
              </a:rPr>
              <a:t>计算机与互联网</a:t>
            </a:r>
          </a:p>
        </p:txBody>
      </p:sp>
      <p:sp>
        <p:nvSpPr>
          <p:cNvPr id="64" name="text-0144">
            <a:extLst xmlns:a="http://schemas.openxmlformats.org/drawingml/2006/main">
              <a:ext uri="{FF2B5EF4-FFF2-40B4-BE49-F238E27FC236}">
                <a16:creationId xmlns:a16="http://schemas.microsoft.com/office/drawing/2014/main" id="{6D55993E-6FE3-4402-B639-F83D7BC5982F}"/>
              </a:ext>
            </a:extLst>
          </p:cNvPr>
          <p:cNvSpPr>
            <a:spLocks xmlns:a="http://schemas.openxmlformats.org/drawingml/2006/main" noGrp="1"/>
          </p:cNvSpPr>
          <p:nvPr/>
        </p:nvSpPr>
        <p:spPr>
          <a:xfrm xmlns:a="http://schemas.openxmlformats.org/drawingml/2006/main">
            <a:off x="6305550" y="3876675"/>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87287"/>
                </a:solidFill>
                <a:latin typeface="PingFang SC"/>
                <a:ea typeface="PingFang SC"/>
                <a:cs typeface="PingFang SC"/>
              </a:defRPr>
            </a:pPr>
            <a:r>
              <a:rPr sz="1125" b="0">
                <a:solidFill>
                  <a:srgbClr val="687287"/>
                </a:solidFill>
                <a:latin typeface="PingFang SC"/>
                <a:ea typeface="PingFang SC"/>
                <a:cs typeface="PingFang SC"/>
              </a:rPr>
              <a:t>信息低成本存储、处理、复制和连接</a:t>
            </a:r>
          </a:p>
        </p:txBody>
      </p:sp>
      <p:sp>
        <p:nvSpPr>
          <p:cNvPr id="65" name="rect-0145">
            <a:extLst xmlns:a="http://schemas.openxmlformats.org/drawingml/2006/main">
              <a:ext uri="{FF2B5EF4-FFF2-40B4-BE49-F238E27FC236}">
                <a16:creationId xmlns:a16="http://schemas.microsoft.com/office/drawing/2014/main" id="{A17A2F40-2B9E-41CA-B403-51A82FEA95BF}"/>
              </a:ext>
            </a:extLst>
          </p:cNvPr>
          <p:cNvSpPr>
            <a:spLocks xmlns:a="http://schemas.openxmlformats.org/drawingml/2006/main" noGrp="1"/>
          </p:cNvSpPr>
          <p:nvPr/>
        </p:nvSpPr>
        <p:spPr>
          <a:xfrm xmlns:a="http://schemas.openxmlformats.org/drawingml/2006/main">
            <a:off x="6305550" y="4572000"/>
            <a:ext cx="2209800" cy="9525"/>
          </a:xfrm>
          <a:prstGeom xmlns:a="http://schemas.openxmlformats.org/drawingml/2006/main" prst="rect">
            <a:avLst/>
          </a:prstGeom>
          <a:solidFill xmlns:a="http://schemas.openxmlformats.org/drawingml/2006/main">
            <a:srgbClr val="D8D2C5"/>
          </a:solidFill>
          <a:ln xmlns:a="http://schemas.openxmlformats.org/drawingml/2006/main" w="0">
            <a:noFill/>
            <a:prstDash val="solid"/>
          </a:ln>
        </p:spPr>
      </p:sp>
      <p:sp>
        <p:nvSpPr>
          <p:cNvPr id="66" name="text-0146">
            <a:extLst xmlns:a="http://schemas.openxmlformats.org/drawingml/2006/main">
              <a:ext uri="{FF2B5EF4-FFF2-40B4-BE49-F238E27FC236}">
                <a16:creationId xmlns:a16="http://schemas.microsoft.com/office/drawing/2014/main" id="{3997804F-7501-4120-9560-7729C817F627}"/>
              </a:ext>
            </a:extLst>
          </p:cNvPr>
          <p:cNvSpPr>
            <a:spLocks xmlns:a="http://schemas.openxmlformats.org/drawingml/2006/main" noGrp="1"/>
          </p:cNvSpPr>
          <p:nvPr/>
        </p:nvSpPr>
        <p:spPr>
          <a:xfrm xmlns:a="http://schemas.openxmlformats.org/drawingml/2006/main">
            <a:off x="6305550" y="4695825"/>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87287"/>
                </a:solidFill>
                <a:latin typeface="PingFang SC"/>
                <a:ea typeface="PingFang SC"/>
                <a:cs typeface="PingFang SC"/>
              </a:defRPr>
            </a:pPr>
            <a:r>
              <a:rPr sz="975" b="0">
                <a:solidFill>
                  <a:srgbClr val="687287"/>
                </a:solidFill>
                <a:latin typeface="PingFang SC"/>
                <a:ea typeface="PingFang SC"/>
                <a:cs typeface="PingFang SC"/>
              </a:rPr>
              <a:t>信息生产</a:t>
            </a:r>
          </a:p>
        </p:txBody>
      </p:sp>
      <p:sp>
        <p:nvSpPr>
          <p:cNvPr id="67" name="text-0147">
            <a:extLst xmlns:a="http://schemas.openxmlformats.org/drawingml/2006/main">
              <a:ext uri="{FF2B5EF4-FFF2-40B4-BE49-F238E27FC236}">
                <a16:creationId xmlns:a16="http://schemas.microsoft.com/office/drawing/2014/main" id="{AE429046-E7B8-4AC2-B220-6DEF70639542}"/>
              </a:ext>
            </a:extLst>
          </p:cNvPr>
          <p:cNvSpPr>
            <a:spLocks xmlns:a="http://schemas.openxmlformats.org/drawingml/2006/main" noGrp="1"/>
          </p:cNvSpPr>
          <p:nvPr/>
        </p:nvSpPr>
        <p:spPr>
          <a:xfrm xmlns:a="http://schemas.openxmlformats.org/drawingml/2006/main">
            <a:off x="7258050" y="4695825"/>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2F5F83"/>
                </a:solidFill>
                <a:latin typeface="PingFang SC"/>
                <a:ea typeface="PingFang SC"/>
                <a:cs typeface="PingFang SC"/>
              </a:defRPr>
            </a:pPr>
            <a:r>
              <a:rPr sz="975" b="1">
                <a:solidFill>
                  <a:srgbClr val="2F5F83"/>
                </a:solidFill>
                <a:latin typeface="PingFang SC"/>
                <a:ea typeface="PingFang SC"/>
                <a:cs typeface="PingFang SC"/>
              </a:rPr>
              <a:t>显著提升</a:t>
            </a:r>
          </a:p>
        </p:txBody>
      </p:sp>
      <p:sp>
        <p:nvSpPr>
          <p:cNvPr id="68" name="rect-0148">
            <a:extLst xmlns:a="http://schemas.openxmlformats.org/drawingml/2006/main">
              <a:ext uri="{FF2B5EF4-FFF2-40B4-BE49-F238E27FC236}">
                <a16:creationId xmlns:a16="http://schemas.microsoft.com/office/drawing/2014/main" id="{88A6D9DE-566C-4726-BA3D-D3CB00F3C021}"/>
              </a:ext>
            </a:extLst>
          </p:cNvPr>
          <p:cNvSpPr>
            <a:spLocks xmlns:a="http://schemas.openxmlformats.org/drawingml/2006/main" noGrp="1"/>
          </p:cNvSpPr>
          <p:nvPr/>
        </p:nvSpPr>
        <p:spPr>
          <a:xfrm xmlns:a="http://schemas.openxmlformats.org/drawingml/2006/main">
            <a:off x="6305550" y="4972050"/>
            <a:ext cx="2209800" cy="9525"/>
          </a:xfrm>
          <a:prstGeom xmlns:a="http://schemas.openxmlformats.org/drawingml/2006/main" prst="rect">
            <a:avLst/>
          </a:prstGeom>
          <a:solidFill xmlns:a="http://schemas.openxmlformats.org/drawingml/2006/main">
            <a:srgbClr val="D8D2C5"/>
          </a:solidFill>
          <a:ln xmlns:a="http://schemas.openxmlformats.org/drawingml/2006/main" w="0">
            <a:noFill/>
            <a:prstDash val="solid"/>
          </a:ln>
        </p:spPr>
      </p:sp>
      <p:sp>
        <p:nvSpPr>
          <p:cNvPr id="69" name="text-0149">
            <a:extLst xmlns:a="http://schemas.openxmlformats.org/drawingml/2006/main">
              <a:ext uri="{FF2B5EF4-FFF2-40B4-BE49-F238E27FC236}">
                <a16:creationId xmlns:a16="http://schemas.microsoft.com/office/drawing/2014/main" id="{E8DD49E1-EFC2-46C7-8208-709F03A50F93}"/>
              </a:ext>
            </a:extLst>
          </p:cNvPr>
          <p:cNvSpPr>
            <a:spLocks xmlns:a="http://schemas.openxmlformats.org/drawingml/2006/main" noGrp="1"/>
          </p:cNvSpPr>
          <p:nvPr/>
        </p:nvSpPr>
        <p:spPr>
          <a:xfrm xmlns:a="http://schemas.openxmlformats.org/drawingml/2006/main">
            <a:off x="6305550" y="506730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87287"/>
                </a:solidFill>
                <a:latin typeface="PingFang SC"/>
                <a:ea typeface="PingFang SC"/>
                <a:cs typeface="PingFang SC"/>
              </a:defRPr>
            </a:pPr>
            <a:r>
              <a:rPr sz="975" b="0">
                <a:solidFill>
                  <a:srgbClr val="687287"/>
                </a:solidFill>
                <a:latin typeface="PingFang SC"/>
                <a:ea typeface="PingFang SC"/>
                <a:cs typeface="PingFang SC"/>
              </a:rPr>
              <a:t>信息传递</a:t>
            </a:r>
          </a:p>
        </p:txBody>
      </p:sp>
      <p:sp>
        <p:nvSpPr>
          <p:cNvPr id="70" name="text-0150">
            <a:extLst xmlns:a="http://schemas.openxmlformats.org/drawingml/2006/main">
              <a:ext uri="{FF2B5EF4-FFF2-40B4-BE49-F238E27FC236}">
                <a16:creationId xmlns:a16="http://schemas.microsoft.com/office/drawing/2014/main" id="{BA0E5DA8-36C4-4EAE-BD84-733753F23600}"/>
              </a:ext>
            </a:extLst>
          </p:cNvPr>
          <p:cNvSpPr>
            <a:spLocks xmlns:a="http://schemas.openxmlformats.org/drawingml/2006/main" noGrp="1"/>
          </p:cNvSpPr>
          <p:nvPr/>
        </p:nvSpPr>
        <p:spPr>
          <a:xfrm xmlns:a="http://schemas.openxmlformats.org/drawingml/2006/main">
            <a:off x="7200900" y="5067300"/>
            <a:ext cx="1314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A74335"/>
                </a:solidFill>
                <a:latin typeface="PingFang SC"/>
                <a:ea typeface="PingFang SC"/>
                <a:cs typeface="PingFang SC"/>
              </a:defRPr>
            </a:pPr>
            <a:r>
              <a:rPr sz="975" b="1">
                <a:solidFill>
                  <a:srgbClr val="A74335"/>
                </a:solidFill>
                <a:latin typeface="PingFang SC"/>
                <a:ea typeface="PingFang SC"/>
                <a:cs typeface="PingFang SC"/>
              </a:rPr>
              <a:t>极大提升</a:t>
            </a:r>
          </a:p>
        </p:txBody>
      </p:sp>
      <p:sp>
        <p:nvSpPr>
          <p:cNvPr id="71" name="rect-0151">
            <a:extLst xmlns:a="http://schemas.openxmlformats.org/drawingml/2006/main">
              <a:ext uri="{FF2B5EF4-FFF2-40B4-BE49-F238E27FC236}">
                <a16:creationId xmlns:a16="http://schemas.microsoft.com/office/drawing/2014/main" id="{14A72AF0-FE51-4A0B-80FD-3AFE84C7C277}"/>
              </a:ext>
            </a:extLst>
          </p:cNvPr>
          <p:cNvSpPr>
            <a:spLocks xmlns:a="http://schemas.openxmlformats.org/drawingml/2006/main" noGrp="1"/>
          </p:cNvSpPr>
          <p:nvPr/>
        </p:nvSpPr>
        <p:spPr>
          <a:xfrm xmlns:a="http://schemas.openxmlformats.org/drawingml/2006/main">
            <a:off x="8858250" y="2724150"/>
            <a:ext cx="2552700" cy="2571750"/>
          </a:xfrm>
          <a:prstGeom xmlns:a="http://schemas.openxmlformats.org/drawingml/2006/main" prst="rect">
            <a:avLst/>
          </a:prstGeom>
          <a:solidFill xmlns:a="http://schemas.openxmlformats.org/drawingml/2006/main">
            <a:srgbClr val="FFFDF8"/>
          </a:solidFill>
          <a:ln xmlns:a="http://schemas.openxmlformats.org/drawingml/2006/main" w="9525">
            <a:solidFill>
              <a:srgbClr val="D8D2C5"/>
            </a:solidFill>
            <a:prstDash val="solid"/>
          </a:ln>
        </p:spPr>
      </p:sp>
      <p:sp>
        <p:nvSpPr>
          <p:cNvPr id="72" name="rect-0152">
            <a:extLst xmlns:a="http://schemas.openxmlformats.org/drawingml/2006/main">
              <a:ext uri="{FF2B5EF4-FFF2-40B4-BE49-F238E27FC236}">
                <a16:creationId xmlns:a16="http://schemas.microsoft.com/office/drawing/2014/main" id="{ADB89C6C-80FE-4BF8-AD33-BAABE2BA8B4B}"/>
              </a:ext>
            </a:extLst>
          </p:cNvPr>
          <p:cNvSpPr>
            <a:spLocks xmlns:a="http://schemas.openxmlformats.org/drawingml/2006/main" noGrp="1"/>
          </p:cNvSpPr>
          <p:nvPr/>
        </p:nvSpPr>
        <p:spPr>
          <a:xfrm xmlns:a="http://schemas.openxmlformats.org/drawingml/2006/main">
            <a:off x="8858250" y="2724150"/>
            <a:ext cx="2552700" cy="5715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73" name="text-0153">
            <a:extLst xmlns:a="http://schemas.openxmlformats.org/drawingml/2006/main">
              <a:ext uri="{FF2B5EF4-FFF2-40B4-BE49-F238E27FC236}">
                <a16:creationId xmlns:a16="http://schemas.microsoft.com/office/drawing/2014/main" id="{8432DD41-80A0-46C0-B3ED-D7AF563D28D7}"/>
              </a:ext>
            </a:extLst>
          </p:cNvPr>
          <p:cNvSpPr>
            <a:spLocks xmlns:a="http://schemas.openxmlformats.org/drawingml/2006/main" noGrp="1"/>
          </p:cNvSpPr>
          <p:nvPr/>
        </p:nvSpPr>
        <p:spPr>
          <a:xfrm xmlns:a="http://schemas.openxmlformats.org/drawingml/2006/main">
            <a:off x="9029700" y="29337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87287"/>
                </a:solidFill>
                <a:latin typeface="PingFang SC"/>
                <a:ea typeface="PingFang SC"/>
                <a:cs typeface="PingFang SC"/>
              </a:defRPr>
            </a:pPr>
            <a:r>
              <a:rPr sz="975" b="1">
                <a:solidFill>
                  <a:srgbClr val="687287"/>
                </a:solidFill>
                <a:latin typeface="PingFang SC"/>
                <a:ea typeface="PingFang SC"/>
                <a:cs typeface="PingFang SC"/>
              </a:rPr>
              <a:t>第四次工业革命</a:t>
            </a:r>
          </a:p>
        </p:txBody>
      </p:sp>
      <p:sp>
        <p:nvSpPr>
          <p:cNvPr id="74" name="text-0154">
            <a:extLst xmlns:a="http://schemas.openxmlformats.org/drawingml/2006/main">
              <a:ext uri="{FF2B5EF4-FFF2-40B4-BE49-F238E27FC236}">
                <a16:creationId xmlns:a16="http://schemas.microsoft.com/office/drawing/2014/main" id="{0AA862B0-2EDC-4A24-A615-9E29C4B95F76}"/>
              </a:ext>
            </a:extLst>
          </p:cNvPr>
          <p:cNvSpPr>
            <a:spLocks xmlns:a="http://schemas.openxmlformats.org/drawingml/2006/main" noGrp="1"/>
          </p:cNvSpPr>
          <p:nvPr/>
        </p:nvSpPr>
        <p:spPr>
          <a:xfrm xmlns:a="http://schemas.openxmlformats.org/drawingml/2006/main">
            <a:off x="9029700" y="3257550"/>
            <a:ext cx="2209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82338"/>
                </a:solidFill>
                <a:latin typeface="PingFang SC"/>
                <a:ea typeface="PingFang SC"/>
                <a:cs typeface="PingFang SC"/>
              </a:defRPr>
            </a:pPr>
            <a:r>
              <a:rPr sz="1725" b="1">
                <a:solidFill>
                  <a:srgbClr val="182338"/>
                </a:solidFill>
                <a:latin typeface="PingFang SC"/>
                <a:ea typeface="PingFang SC"/>
                <a:cs typeface="PingFang SC"/>
              </a:rPr>
              <a:t>AI与智能体</a:t>
            </a:r>
          </a:p>
        </p:txBody>
      </p:sp>
      <p:sp>
        <p:nvSpPr>
          <p:cNvPr id="75" name="text-0155">
            <a:extLst xmlns:a="http://schemas.openxmlformats.org/drawingml/2006/main">
              <a:ext uri="{FF2B5EF4-FFF2-40B4-BE49-F238E27FC236}">
                <a16:creationId xmlns:a16="http://schemas.microsoft.com/office/drawing/2014/main" id="{14632A2E-584B-41A3-8204-79F35EBD0124}"/>
              </a:ext>
            </a:extLst>
          </p:cNvPr>
          <p:cNvSpPr>
            <a:spLocks xmlns:a="http://schemas.openxmlformats.org/drawingml/2006/main" noGrp="1"/>
          </p:cNvSpPr>
          <p:nvPr/>
        </p:nvSpPr>
        <p:spPr>
          <a:xfrm xmlns:a="http://schemas.openxmlformats.org/drawingml/2006/main">
            <a:off x="9029700" y="3876675"/>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87287"/>
                </a:solidFill>
                <a:latin typeface="PingFang SC"/>
                <a:ea typeface="PingFang SC"/>
                <a:cs typeface="PingFang SC"/>
              </a:defRPr>
            </a:pPr>
            <a:r>
              <a:rPr sz="1125" b="0">
                <a:solidFill>
                  <a:srgbClr val="687287"/>
                </a:solidFill>
                <a:latin typeface="PingFang SC"/>
                <a:ea typeface="PingFang SC"/>
                <a:cs typeface="PingFang SC"/>
              </a:rPr>
              <a:t>机器开始生成、理解并执行部分任务</a:t>
            </a:r>
          </a:p>
        </p:txBody>
      </p:sp>
      <p:sp>
        <p:nvSpPr>
          <p:cNvPr id="76" name="rect-0156">
            <a:extLst xmlns:a="http://schemas.openxmlformats.org/drawingml/2006/main">
              <a:ext uri="{FF2B5EF4-FFF2-40B4-BE49-F238E27FC236}">
                <a16:creationId xmlns:a16="http://schemas.microsoft.com/office/drawing/2014/main" id="{9EA3993B-9AF2-45BE-A50A-57CA1D41CE4E}"/>
              </a:ext>
            </a:extLst>
          </p:cNvPr>
          <p:cNvSpPr>
            <a:spLocks xmlns:a="http://schemas.openxmlformats.org/drawingml/2006/main" noGrp="1"/>
          </p:cNvSpPr>
          <p:nvPr/>
        </p:nvSpPr>
        <p:spPr>
          <a:xfrm xmlns:a="http://schemas.openxmlformats.org/drawingml/2006/main">
            <a:off x="9029700" y="4572000"/>
            <a:ext cx="2209800" cy="9525"/>
          </a:xfrm>
          <a:prstGeom xmlns:a="http://schemas.openxmlformats.org/drawingml/2006/main" prst="rect">
            <a:avLst/>
          </a:prstGeom>
          <a:solidFill xmlns:a="http://schemas.openxmlformats.org/drawingml/2006/main">
            <a:srgbClr val="D8D2C5"/>
          </a:solidFill>
          <a:ln xmlns:a="http://schemas.openxmlformats.org/drawingml/2006/main" w="0">
            <a:noFill/>
            <a:prstDash val="solid"/>
          </a:ln>
        </p:spPr>
      </p:sp>
      <p:sp>
        <p:nvSpPr>
          <p:cNvPr id="77" name="text-0157">
            <a:extLst xmlns:a="http://schemas.openxmlformats.org/drawingml/2006/main">
              <a:ext uri="{FF2B5EF4-FFF2-40B4-BE49-F238E27FC236}">
                <a16:creationId xmlns:a16="http://schemas.microsoft.com/office/drawing/2014/main" id="{67E1738C-5D1C-4447-9EF5-9A7D8A112F0A}"/>
              </a:ext>
            </a:extLst>
          </p:cNvPr>
          <p:cNvSpPr>
            <a:spLocks xmlns:a="http://schemas.openxmlformats.org/drawingml/2006/main" noGrp="1"/>
          </p:cNvSpPr>
          <p:nvPr/>
        </p:nvSpPr>
        <p:spPr>
          <a:xfrm xmlns:a="http://schemas.openxmlformats.org/drawingml/2006/main">
            <a:off x="9029700" y="4695825"/>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87287"/>
                </a:solidFill>
                <a:latin typeface="PingFang SC"/>
                <a:ea typeface="PingFang SC"/>
                <a:cs typeface="PingFang SC"/>
              </a:defRPr>
            </a:pPr>
            <a:r>
              <a:rPr sz="975" b="0">
                <a:solidFill>
                  <a:srgbClr val="687287"/>
                </a:solidFill>
                <a:latin typeface="PingFang SC"/>
                <a:ea typeface="PingFang SC"/>
                <a:cs typeface="PingFang SC"/>
              </a:rPr>
              <a:t>信息生产</a:t>
            </a:r>
          </a:p>
        </p:txBody>
      </p:sp>
      <p:sp>
        <p:nvSpPr>
          <p:cNvPr id="78" name="text-0158">
            <a:extLst xmlns:a="http://schemas.openxmlformats.org/drawingml/2006/main">
              <a:ext uri="{FF2B5EF4-FFF2-40B4-BE49-F238E27FC236}">
                <a16:creationId xmlns:a16="http://schemas.microsoft.com/office/drawing/2014/main" id="{520304DF-2A23-405E-A8FF-F0EA15AA6621}"/>
              </a:ext>
            </a:extLst>
          </p:cNvPr>
          <p:cNvSpPr>
            <a:spLocks xmlns:a="http://schemas.openxmlformats.org/drawingml/2006/main" noGrp="1"/>
          </p:cNvSpPr>
          <p:nvPr/>
        </p:nvSpPr>
        <p:spPr>
          <a:xfrm xmlns:a="http://schemas.openxmlformats.org/drawingml/2006/main">
            <a:off x="9982200" y="4695825"/>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A74335"/>
                </a:solidFill>
                <a:latin typeface="PingFang SC"/>
                <a:ea typeface="PingFang SC"/>
                <a:cs typeface="PingFang SC"/>
              </a:defRPr>
            </a:pPr>
            <a:r>
              <a:rPr sz="975" b="1">
                <a:solidFill>
                  <a:srgbClr val="A74335"/>
                </a:solidFill>
                <a:latin typeface="PingFang SC"/>
                <a:ea typeface="PingFang SC"/>
                <a:cs typeface="PingFang SC"/>
              </a:rPr>
              <a:t>极大提升</a:t>
            </a:r>
          </a:p>
        </p:txBody>
      </p:sp>
      <p:sp>
        <p:nvSpPr>
          <p:cNvPr id="79" name="rect-0159">
            <a:extLst xmlns:a="http://schemas.openxmlformats.org/drawingml/2006/main">
              <a:ext uri="{FF2B5EF4-FFF2-40B4-BE49-F238E27FC236}">
                <a16:creationId xmlns:a16="http://schemas.microsoft.com/office/drawing/2014/main" id="{0B8BB2E3-D9DF-4692-B34B-E5158E23E2BC}"/>
              </a:ext>
            </a:extLst>
          </p:cNvPr>
          <p:cNvSpPr>
            <a:spLocks xmlns:a="http://schemas.openxmlformats.org/drawingml/2006/main" noGrp="1"/>
          </p:cNvSpPr>
          <p:nvPr/>
        </p:nvSpPr>
        <p:spPr>
          <a:xfrm xmlns:a="http://schemas.openxmlformats.org/drawingml/2006/main">
            <a:off x="9029700" y="4972050"/>
            <a:ext cx="2209800" cy="9525"/>
          </a:xfrm>
          <a:prstGeom xmlns:a="http://schemas.openxmlformats.org/drawingml/2006/main" prst="rect">
            <a:avLst/>
          </a:prstGeom>
          <a:solidFill xmlns:a="http://schemas.openxmlformats.org/drawingml/2006/main">
            <a:srgbClr val="D8D2C5"/>
          </a:solidFill>
          <a:ln xmlns:a="http://schemas.openxmlformats.org/drawingml/2006/main" w="0">
            <a:noFill/>
            <a:prstDash val="solid"/>
          </a:ln>
        </p:spPr>
      </p:sp>
      <p:sp>
        <p:nvSpPr>
          <p:cNvPr id="80" name="text-0160">
            <a:extLst xmlns:a="http://schemas.openxmlformats.org/drawingml/2006/main">
              <a:ext uri="{FF2B5EF4-FFF2-40B4-BE49-F238E27FC236}">
                <a16:creationId xmlns:a16="http://schemas.microsoft.com/office/drawing/2014/main" id="{1525E35F-91CD-4FBE-B3C0-AFB37F5D4F1F}"/>
              </a:ext>
            </a:extLst>
          </p:cNvPr>
          <p:cNvSpPr>
            <a:spLocks xmlns:a="http://schemas.openxmlformats.org/drawingml/2006/main" noGrp="1"/>
          </p:cNvSpPr>
          <p:nvPr/>
        </p:nvSpPr>
        <p:spPr>
          <a:xfrm xmlns:a="http://schemas.openxmlformats.org/drawingml/2006/main">
            <a:off x="9029700" y="5067300"/>
            <a:ext cx="80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87287"/>
                </a:solidFill>
                <a:latin typeface="PingFang SC"/>
                <a:ea typeface="PingFang SC"/>
                <a:cs typeface="PingFang SC"/>
              </a:defRPr>
            </a:pPr>
            <a:r>
              <a:rPr sz="975" b="0">
                <a:solidFill>
                  <a:srgbClr val="687287"/>
                </a:solidFill>
                <a:latin typeface="PingFang SC"/>
                <a:ea typeface="PingFang SC"/>
                <a:cs typeface="PingFang SC"/>
              </a:rPr>
              <a:t>信息传递</a:t>
            </a:r>
          </a:p>
        </p:txBody>
      </p:sp>
      <p:sp>
        <p:nvSpPr>
          <p:cNvPr id="81" name="text-0161">
            <a:extLst xmlns:a="http://schemas.openxmlformats.org/drawingml/2006/main">
              <a:ext uri="{FF2B5EF4-FFF2-40B4-BE49-F238E27FC236}">
                <a16:creationId xmlns:a16="http://schemas.microsoft.com/office/drawing/2014/main" id="{B7058780-0C9A-4EFA-9254-B4FF440D0C47}"/>
              </a:ext>
            </a:extLst>
          </p:cNvPr>
          <p:cNvSpPr>
            <a:spLocks xmlns:a="http://schemas.openxmlformats.org/drawingml/2006/main" noGrp="1"/>
          </p:cNvSpPr>
          <p:nvPr/>
        </p:nvSpPr>
        <p:spPr>
          <a:xfrm xmlns:a="http://schemas.openxmlformats.org/drawingml/2006/main">
            <a:off x="9925050" y="5067300"/>
            <a:ext cx="1314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2F5F83"/>
                </a:solidFill>
                <a:latin typeface="PingFang SC"/>
                <a:ea typeface="PingFang SC"/>
                <a:cs typeface="PingFang SC"/>
              </a:defRPr>
            </a:pPr>
            <a:r>
              <a:rPr sz="975" b="1">
                <a:solidFill>
                  <a:srgbClr val="2F5F83"/>
                </a:solidFill>
                <a:latin typeface="PingFang SC"/>
                <a:ea typeface="PingFang SC"/>
                <a:cs typeface="PingFang SC"/>
              </a:rPr>
              <a:t>沿用数字网络</a:t>
            </a:r>
          </a:p>
        </p:txBody>
      </p:sp>
      <p:sp>
        <p:nvSpPr>
          <p:cNvPr id="82" name="rect-0162">
            <a:extLst xmlns:a="http://schemas.openxmlformats.org/drawingml/2006/main">
              <a:ext uri="{FF2B5EF4-FFF2-40B4-BE49-F238E27FC236}">
                <a16:creationId xmlns:a16="http://schemas.microsoft.com/office/drawing/2014/main" id="{56A3CE08-735B-4D1C-84E9-6135A9892D13}"/>
              </a:ext>
            </a:extLst>
          </p:cNvPr>
          <p:cNvSpPr>
            <a:spLocks xmlns:a="http://schemas.openxmlformats.org/drawingml/2006/main" noGrp="1"/>
          </p:cNvSpPr>
          <p:nvPr/>
        </p:nvSpPr>
        <p:spPr>
          <a:xfrm xmlns:a="http://schemas.openxmlformats.org/drawingml/2006/main">
            <a:off x="685800" y="5467350"/>
            <a:ext cx="10820400" cy="742950"/>
          </a:xfrm>
          <a:prstGeom xmlns:a="http://schemas.openxmlformats.org/drawingml/2006/main" prst="rect">
            <a:avLst/>
          </a:prstGeom>
          <a:solidFill xmlns:a="http://schemas.openxmlformats.org/drawingml/2006/main">
            <a:srgbClr val="FFFDF8"/>
          </a:solidFill>
          <a:ln xmlns:a="http://schemas.openxmlformats.org/drawingml/2006/main" w="0">
            <a:solidFill>
              <a:srgbClr val="D8D2C5"/>
            </a:solidFill>
            <a:prstDash val="solid"/>
          </a:ln>
        </p:spPr>
      </p:sp>
      <p:sp>
        <p:nvSpPr>
          <p:cNvPr id="83" name="rect-0163">
            <a:extLst xmlns:a="http://schemas.openxmlformats.org/drawingml/2006/main">
              <a:ext uri="{FF2B5EF4-FFF2-40B4-BE49-F238E27FC236}">
                <a16:creationId xmlns:a16="http://schemas.microsoft.com/office/drawing/2014/main" id="{C39DD67B-CEB1-4E84-9047-47ED254BFB9F}"/>
              </a:ext>
            </a:extLst>
          </p:cNvPr>
          <p:cNvSpPr>
            <a:spLocks xmlns:a="http://schemas.openxmlformats.org/drawingml/2006/main" noGrp="1"/>
          </p:cNvSpPr>
          <p:nvPr/>
        </p:nvSpPr>
        <p:spPr>
          <a:xfrm xmlns:a="http://schemas.openxmlformats.org/drawingml/2006/main">
            <a:off x="685800" y="5467350"/>
            <a:ext cx="57150" cy="74295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84" name="text-0164">
            <a:extLst xmlns:a="http://schemas.openxmlformats.org/drawingml/2006/main">
              <a:ext uri="{FF2B5EF4-FFF2-40B4-BE49-F238E27FC236}">
                <a16:creationId xmlns:a16="http://schemas.microsoft.com/office/drawing/2014/main" id="{D236358B-87F9-421A-AF61-9CA3DE629CFF}"/>
              </a:ext>
            </a:extLst>
          </p:cNvPr>
          <p:cNvSpPr>
            <a:spLocks xmlns:a="http://schemas.openxmlformats.org/drawingml/2006/main" noGrp="1"/>
          </p:cNvSpPr>
          <p:nvPr/>
        </p:nvSpPr>
        <p:spPr>
          <a:xfrm xmlns:a="http://schemas.openxmlformats.org/drawingml/2006/main">
            <a:off x="933450" y="5610225"/>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182338"/>
                </a:solidFill>
                <a:latin typeface="PingFang SC"/>
                <a:ea typeface="PingFang SC"/>
                <a:cs typeface="PingFang SC"/>
              </a:defRPr>
            </a:pPr>
            <a:r>
              <a:rPr sz="1650" b="1">
                <a:solidFill>
                  <a:srgbClr val="182338"/>
                </a:solidFill>
                <a:latin typeface="PingFang SC"/>
                <a:ea typeface="PingFang SC"/>
                <a:cs typeface="PingFang SC"/>
              </a:rPr>
              <a:t>第三次革命让信息“传得更快”；AI让信息和方案“产得更快”，并开始转化为行动。</a:t>
            </a:r>
          </a:p>
        </p:txBody>
      </p:sp>
      <p:sp>
        <p:nvSpPr>
          <p:cNvPr id="85" name="text-0165">
            <a:extLst xmlns:a="http://schemas.openxmlformats.org/drawingml/2006/main">
              <a:ext uri="{FF2B5EF4-FFF2-40B4-BE49-F238E27FC236}">
                <a16:creationId xmlns:a16="http://schemas.microsoft.com/office/drawing/2014/main" id="{58F35FAC-A5EF-4FD8-8ABB-3749549D6BA6}"/>
              </a:ext>
            </a:extLst>
          </p:cNvPr>
          <p:cNvSpPr>
            <a:spLocks xmlns:a="http://schemas.openxmlformats.org/drawingml/2006/main" noGrp="1"/>
          </p:cNvSpPr>
          <p:nvPr/>
        </p:nvSpPr>
        <p:spPr>
          <a:xfrm xmlns:a="http://schemas.openxmlformats.org/drawingml/2006/main">
            <a:off x="685800" y="636270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87287"/>
                </a:solidFill>
                <a:latin typeface="PingFang SC"/>
                <a:ea typeface="PingFang SC"/>
                <a:cs typeface="PingFang SC"/>
              </a:defRPr>
            </a:pPr>
            <a:r>
              <a:rPr sz="825" b="0">
                <a:solidFill>
                  <a:srgbClr val="687287"/>
                </a:solidFill>
                <a:latin typeface="PingFang SC"/>
                <a:ea typeface="PingFang SC"/>
                <a:cs typeface="PingFang SC"/>
              </a:rPr>
              <a:t>这是用于理解技术变化的广义观察框架，不是香农信息论中的严格定理。</a:t>
            </a:r>
          </a:p>
        </p:txBody>
      </p:sp>
    </p:spTree>
    <p:extLst>
      <p:ext uri="{BB962C8B-B14F-4D97-AF65-F5344CB8AC3E}">
        <p14:creationId xmlns:p14="http://schemas.microsoft.com/office/powerpoint/2010/main" val="1872488137"/>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4" name="rect-0166">
            <a:extLst xmlns:a="http://schemas.openxmlformats.org/drawingml/2006/main">
              <a:ext uri="{FF2B5EF4-FFF2-40B4-BE49-F238E27FC236}">
                <a16:creationId xmlns:a16="http://schemas.microsoft.com/office/drawing/2014/main" id="{6CD55461-9810-4205-9836-FA3E1D125841}"/>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 name="rect-0167">
            <a:extLst xmlns:a="http://schemas.openxmlformats.org/drawingml/2006/main">
              <a:ext uri="{FF2B5EF4-FFF2-40B4-BE49-F238E27FC236}">
                <a16:creationId xmlns:a16="http://schemas.microsoft.com/office/drawing/2014/main" id="{E944E1F7-329F-4A01-9671-4A4182082DBA}"/>
              </a:ext>
            </a:extLst>
          </p:cNvPr>
          <p:cNvSpPr>
            <a:spLocks xmlns:a="http://schemas.openxmlformats.org/drawingml/2006/main" noGrp="1"/>
          </p:cNvSpPr>
          <p:nvPr/>
        </p:nvSpPr>
        <p:spPr>
          <a:xfrm xmlns:a="http://schemas.openxmlformats.org/drawingml/2006/main">
            <a:off x="838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3" name="rect-0168">
            <a:extLst xmlns:a="http://schemas.openxmlformats.org/drawingml/2006/main">
              <a:ext uri="{FF2B5EF4-FFF2-40B4-BE49-F238E27FC236}">
                <a16:creationId xmlns:a16="http://schemas.microsoft.com/office/drawing/2014/main" id="{443428D9-829D-468A-ADB9-018DB0854FE5}"/>
              </a:ext>
            </a:extLst>
          </p:cNvPr>
          <p:cNvSpPr>
            <a:spLocks xmlns:a="http://schemas.openxmlformats.org/drawingml/2006/main" noGrp="1"/>
          </p:cNvSpPr>
          <p:nvPr/>
        </p:nvSpPr>
        <p:spPr>
          <a:xfrm xmlns:a="http://schemas.openxmlformats.org/drawingml/2006/main">
            <a:off x="1676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4" name="rect-0169">
            <a:extLst xmlns:a="http://schemas.openxmlformats.org/drawingml/2006/main">
              <a:ext uri="{FF2B5EF4-FFF2-40B4-BE49-F238E27FC236}">
                <a16:creationId xmlns:a16="http://schemas.microsoft.com/office/drawing/2014/main" id="{186C6173-6EC8-406F-A50C-A8983B0112E6}"/>
              </a:ext>
            </a:extLst>
          </p:cNvPr>
          <p:cNvSpPr>
            <a:spLocks xmlns:a="http://schemas.openxmlformats.org/drawingml/2006/main" noGrp="1"/>
          </p:cNvSpPr>
          <p:nvPr/>
        </p:nvSpPr>
        <p:spPr>
          <a:xfrm xmlns:a="http://schemas.openxmlformats.org/drawingml/2006/main">
            <a:off x="2514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5" name="rect-0170">
            <a:extLst xmlns:a="http://schemas.openxmlformats.org/drawingml/2006/main">
              <a:ext uri="{FF2B5EF4-FFF2-40B4-BE49-F238E27FC236}">
                <a16:creationId xmlns:a16="http://schemas.microsoft.com/office/drawing/2014/main" id="{A5C7942B-7F75-4B7D-89FA-3E709980A89A}"/>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6" name="rect-0171">
            <a:extLst xmlns:a="http://schemas.openxmlformats.org/drawingml/2006/main">
              <a:ext uri="{FF2B5EF4-FFF2-40B4-BE49-F238E27FC236}">
                <a16:creationId xmlns:a16="http://schemas.microsoft.com/office/drawing/2014/main" id="{CA42DC01-813A-40A1-8C70-D2D1D90A8820}"/>
              </a:ext>
            </a:extLst>
          </p:cNvPr>
          <p:cNvSpPr>
            <a:spLocks xmlns:a="http://schemas.openxmlformats.org/drawingml/2006/main" noGrp="1"/>
          </p:cNvSpPr>
          <p:nvPr/>
        </p:nvSpPr>
        <p:spPr>
          <a:xfrm xmlns:a="http://schemas.openxmlformats.org/drawingml/2006/main">
            <a:off x="4191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7" name="rect-0172">
            <a:extLst xmlns:a="http://schemas.openxmlformats.org/drawingml/2006/main">
              <a:ext uri="{FF2B5EF4-FFF2-40B4-BE49-F238E27FC236}">
                <a16:creationId xmlns:a16="http://schemas.microsoft.com/office/drawing/2014/main" id="{63D59FE9-0DCF-43DB-A7C8-44C239115D21}"/>
              </a:ext>
            </a:extLst>
          </p:cNvPr>
          <p:cNvSpPr>
            <a:spLocks xmlns:a="http://schemas.openxmlformats.org/drawingml/2006/main" noGrp="1"/>
          </p:cNvSpPr>
          <p:nvPr/>
        </p:nvSpPr>
        <p:spPr>
          <a:xfrm xmlns:a="http://schemas.openxmlformats.org/drawingml/2006/main">
            <a:off x="5029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8" name="rect-0173">
            <a:extLst xmlns:a="http://schemas.openxmlformats.org/drawingml/2006/main">
              <a:ext uri="{FF2B5EF4-FFF2-40B4-BE49-F238E27FC236}">
                <a16:creationId xmlns:a16="http://schemas.microsoft.com/office/drawing/2014/main" id="{CD13077A-DBE7-402B-9945-7DEBA5DFE090}"/>
              </a:ext>
            </a:extLst>
          </p:cNvPr>
          <p:cNvSpPr>
            <a:spLocks xmlns:a="http://schemas.openxmlformats.org/drawingml/2006/main" noGrp="1"/>
          </p:cNvSpPr>
          <p:nvPr/>
        </p:nvSpPr>
        <p:spPr>
          <a:xfrm xmlns:a="http://schemas.openxmlformats.org/drawingml/2006/main">
            <a:off x="5867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9" name="rect-0174">
            <a:extLst xmlns:a="http://schemas.openxmlformats.org/drawingml/2006/main">
              <a:ext uri="{FF2B5EF4-FFF2-40B4-BE49-F238E27FC236}">
                <a16:creationId xmlns:a16="http://schemas.microsoft.com/office/drawing/2014/main" id="{42F6D8AE-1653-44CF-952D-2540E2295249}"/>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0" name="rect-0175">
            <a:extLst xmlns:a="http://schemas.openxmlformats.org/drawingml/2006/main">
              <a:ext uri="{FF2B5EF4-FFF2-40B4-BE49-F238E27FC236}">
                <a16:creationId xmlns:a16="http://schemas.microsoft.com/office/drawing/2014/main" id="{D23E3643-806D-4157-889E-DCAA9D6F4453}"/>
              </a:ext>
            </a:extLst>
          </p:cNvPr>
          <p:cNvSpPr>
            <a:spLocks xmlns:a="http://schemas.openxmlformats.org/drawingml/2006/main" noGrp="1"/>
          </p:cNvSpPr>
          <p:nvPr/>
        </p:nvSpPr>
        <p:spPr>
          <a:xfrm xmlns:a="http://schemas.openxmlformats.org/drawingml/2006/main">
            <a:off x="7543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1" name="rect-0176">
            <a:extLst xmlns:a="http://schemas.openxmlformats.org/drawingml/2006/main">
              <a:ext uri="{FF2B5EF4-FFF2-40B4-BE49-F238E27FC236}">
                <a16:creationId xmlns:a16="http://schemas.microsoft.com/office/drawing/2014/main" id="{5E98E6C8-8A0D-459F-9377-E637F0437B4C}"/>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2" name="rect-0177">
            <a:extLst xmlns:a="http://schemas.openxmlformats.org/drawingml/2006/main">
              <a:ext uri="{FF2B5EF4-FFF2-40B4-BE49-F238E27FC236}">
                <a16:creationId xmlns:a16="http://schemas.microsoft.com/office/drawing/2014/main" id="{C3DD1497-4627-4EB6-A7A3-C44926D3CFFA}"/>
              </a:ext>
            </a:extLst>
          </p:cNvPr>
          <p:cNvSpPr>
            <a:spLocks xmlns:a="http://schemas.openxmlformats.org/drawingml/2006/main" noGrp="1"/>
          </p:cNvSpPr>
          <p:nvPr/>
        </p:nvSpPr>
        <p:spPr>
          <a:xfrm xmlns:a="http://schemas.openxmlformats.org/drawingml/2006/main">
            <a:off x="9220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3" name="rect-0178">
            <a:extLst xmlns:a="http://schemas.openxmlformats.org/drawingml/2006/main">
              <a:ext uri="{FF2B5EF4-FFF2-40B4-BE49-F238E27FC236}">
                <a16:creationId xmlns:a16="http://schemas.microsoft.com/office/drawing/2014/main" id="{5344DC97-E585-4E76-96AE-64A77D17EC54}"/>
              </a:ext>
            </a:extLst>
          </p:cNvPr>
          <p:cNvSpPr>
            <a:spLocks xmlns:a="http://schemas.openxmlformats.org/drawingml/2006/main" noGrp="1"/>
          </p:cNvSpPr>
          <p:nvPr/>
        </p:nvSpPr>
        <p:spPr>
          <a:xfrm xmlns:a="http://schemas.openxmlformats.org/drawingml/2006/main">
            <a:off x="10058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4" name="rect-0179">
            <a:extLst xmlns:a="http://schemas.openxmlformats.org/drawingml/2006/main">
              <a:ext uri="{FF2B5EF4-FFF2-40B4-BE49-F238E27FC236}">
                <a16:creationId xmlns:a16="http://schemas.microsoft.com/office/drawing/2014/main" id="{42DF0E2A-896C-4488-88AF-279197CE41A5}"/>
              </a:ext>
            </a:extLst>
          </p:cNvPr>
          <p:cNvSpPr>
            <a:spLocks xmlns:a="http://schemas.openxmlformats.org/drawingml/2006/main" noGrp="1"/>
          </p:cNvSpPr>
          <p:nvPr/>
        </p:nvSpPr>
        <p:spPr>
          <a:xfrm xmlns:a="http://schemas.openxmlformats.org/drawingml/2006/main">
            <a:off x="10896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5" name="rect-0180">
            <a:extLst xmlns:a="http://schemas.openxmlformats.org/drawingml/2006/main">
              <a:ext uri="{FF2B5EF4-FFF2-40B4-BE49-F238E27FC236}">
                <a16:creationId xmlns:a16="http://schemas.microsoft.com/office/drawing/2014/main" id="{F1133031-E2C0-4A3F-A885-CD2AF267F842}"/>
              </a:ext>
            </a:extLst>
          </p:cNvPr>
          <p:cNvSpPr>
            <a:spLocks xmlns:a="http://schemas.openxmlformats.org/drawingml/2006/main" noGrp="1"/>
          </p:cNvSpPr>
          <p:nvPr/>
        </p:nvSpPr>
        <p:spPr>
          <a:xfrm xmlns:a="http://schemas.openxmlformats.org/drawingml/2006/main">
            <a:off x="11734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6" name="rect-0181">
            <a:extLst xmlns:a="http://schemas.openxmlformats.org/drawingml/2006/main">
              <a:ext uri="{FF2B5EF4-FFF2-40B4-BE49-F238E27FC236}">
                <a16:creationId xmlns:a16="http://schemas.microsoft.com/office/drawing/2014/main" id="{F22CC508-F68A-4B80-82EE-2B41CAC1854C}"/>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7" name="rect-0182">
            <a:extLst xmlns:a="http://schemas.openxmlformats.org/drawingml/2006/main">
              <a:ext uri="{FF2B5EF4-FFF2-40B4-BE49-F238E27FC236}">
                <a16:creationId xmlns:a16="http://schemas.microsoft.com/office/drawing/2014/main" id="{14B232DA-BA23-4040-A167-BEAACEFDA889}"/>
              </a:ext>
            </a:extLst>
          </p:cNvPr>
          <p:cNvSpPr>
            <a:spLocks xmlns:a="http://schemas.openxmlformats.org/drawingml/2006/main" noGrp="1"/>
          </p:cNvSpPr>
          <p:nvPr/>
        </p:nvSpPr>
        <p:spPr>
          <a:xfrm xmlns:a="http://schemas.openxmlformats.org/drawingml/2006/main">
            <a:off x="0" y="838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8" name="rect-0183">
            <a:extLst xmlns:a="http://schemas.openxmlformats.org/drawingml/2006/main">
              <a:ext uri="{FF2B5EF4-FFF2-40B4-BE49-F238E27FC236}">
                <a16:creationId xmlns:a16="http://schemas.microsoft.com/office/drawing/2014/main" id="{67CAFEE4-2E2E-46C1-A20B-A1ED0993F237}"/>
              </a:ext>
            </a:extLst>
          </p:cNvPr>
          <p:cNvSpPr>
            <a:spLocks xmlns:a="http://schemas.openxmlformats.org/drawingml/2006/main" noGrp="1"/>
          </p:cNvSpPr>
          <p:nvPr/>
        </p:nvSpPr>
        <p:spPr>
          <a:xfrm xmlns:a="http://schemas.openxmlformats.org/drawingml/2006/main">
            <a:off x="0" y="1676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9" name="rect-0184">
            <a:extLst xmlns:a="http://schemas.openxmlformats.org/drawingml/2006/main">
              <a:ext uri="{FF2B5EF4-FFF2-40B4-BE49-F238E27FC236}">
                <a16:creationId xmlns:a16="http://schemas.microsoft.com/office/drawing/2014/main" id="{D1F107DB-8B65-41C2-9AA0-9B525B02CE65}"/>
              </a:ext>
            </a:extLst>
          </p:cNvPr>
          <p:cNvSpPr>
            <a:spLocks xmlns:a="http://schemas.openxmlformats.org/drawingml/2006/main" noGrp="1"/>
          </p:cNvSpPr>
          <p:nvPr/>
        </p:nvSpPr>
        <p:spPr>
          <a:xfrm xmlns:a="http://schemas.openxmlformats.org/drawingml/2006/main">
            <a:off x="0" y="2514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0" name="rect-0185">
            <a:extLst xmlns:a="http://schemas.openxmlformats.org/drawingml/2006/main">
              <a:ext uri="{FF2B5EF4-FFF2-40B4-BE49-F238E27FC236}">
                <a16:creationId xmlns:a16="http://schemas.microsoft.com/office/drawing/2014/main" id="{77AA773F-1455-4A58-876A-0B30D8E12174}"/>
              </a:ext>
            </a:extLst>
          </p:cNvPr>
          <p:cNvSpPr>
            <a:spLocks xmlns:a="http://schemas.openxmlformats.org/drawingml/2006/main" noGrp="1"/>
          </p:cNvSpPr>
          <p:nvPr/>
        </p:nvSpPr>
        <p:spPr>
          <a:xfrm xmlns:a="http://schemas.openxmlformats.org/drawingml/2006/main">
            <a:off x="0" y="33528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1" name="rect-0186">
            <a:extLst xmlns:a="http://schemas.openxmlformats.org/drawingml/2006/main">
              <a:ext uri="{FF2B5EF4-FFF2-40B4-BE49-F238E27FC236}">
                <a16:creationId xmlns:a16="http://schemas.microsoft.com/office/drawing/2014/main" id="{1CFEE843-AA03-4E0E-B54F-20E1E64241A4}"/>
              </a:ext>
            </a:extLst>
          </p:cNvPr>
          <p:cNvSpPr>
            <a:spLocks xmlns:a="http://schemas.openxmlformats.org/drawingml/2006/main" noGrp="1"/>
          </p:cNvSpPr>
          <p:nvPr/>
        </p:nvSpPr>
        <p:spPr>
          <a:xfrm xmlns:a="http://schemas.openxmlformats.org/drawingml/2006/main">
            <a:off x="0" y="41910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2" name="rect-0187">
            <a:extLst xmlns:a="http://schemas.openxmlformats.org/drawingml/2006/main">
              <a:ext uri="{FF2B5EF4-FFF2-40B4-BE49-F238E27FC236}">
                <a16:creationId xmlns:a16="http://schemas.microsoft.com/office/drawing/2014/main" id="{221579AB-C64E-427D-8DD4-CC9EF6C793B0}"/>
              </a:ext>
            </a:extLst>
          </p:cNvPr>
          <p:cNvSpPr>
            <a:spLocks xmlns:a="http://schemas.openxmlformats.org/drawingml/2006/main" noGrp="1"/>
          </p:cNvSpPr>
          <p:nvPr/>
        </p:nvSpPr>
        <p:spPr>
          <a:xfrm xmlns:a="http://schemas.openxmlformats.org/drawingml/2006/main">
            <a:off x="0" y="5029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3" name="rect-0188">
            <a:extLst xmlns:a="http://schemas.openxmlformats.org/drawingml/2006/main">
              <a:ext uri="{FF2B5EF4-FFF2-40B4-BE49-F238E27FC236}">
                <a16:creationId xmlns:a16="http://schemas.microsoft.com/office/drawing/2014/main" id="{5E462F9B-6D07-4249-AB1F-69A8171EB330}"/>
              </a:ext>
            </a:extLst>
          </p:cNvPr>
          <p:cNvSpPr>
            <a:spLocks xmlns:a="http://schemas.openxmlformats.org/drawingml/2006/main" noGrp="1"/>
          </p:cNvSpPr>
          <p:nvPr/>
        </p:nvSpPr>
        <p:spPr>
          <a:xfrm xmlns:a="http://schemas.openxmlformats.org/drawingml/2006/main">
            <a:off x="0" y="5867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4" name="rect-0189">
            <a:extLst xmlns:a="http://schemas.openxmlformats.org/drawingml/2006/main">
              <a:ext uri="{FF2B5EF4-FFF2-40B4-BE49-F238E27FC236}">
                <a16:creationId xmlns:a16="http://schemas.microsoft.com/office/drawing/2014/main" id="{07F980CD-13D5-475C-81DD-9B3FDA8F7CDC}"/>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5" name="rect-0190">
            <a:extLst xmlns:a="http://schemas.openxmlformats.org/drawingml/2006/main">
              <a:ext uri="{FF2B5EF4-FFF2-40B4-BE49-F238E27FC236}">
                <a16:creationId xmlns:a16="http://schemas.microsoft.com/office/drawing/2014/main" id="{C220BD6D-11AC-479B-AFA6-BF1FA30EF5FC}"/>
              </a:ext>
            </a:extLst>
          </p:cNvPr>
          <p:cNvSpPr>
            <a:spLocks xmlns:a="http://schemas.openxmlformats.org/drawingml/2006/main" noGrp="1"/>
          </p:cNvSpPr>
          <p:nvPr/>
        </p:nvSpPr>
        <p:spPr>
          <a:xfrm xmlns:a="http://schemas.openxmlformats.org/drawingml/2006/main">
            <a:off x="0" y="0"/>
            <a:ext cx="3171825" cy="7620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26" name="rect-0191">
            <a:extLst xmlns:a="http://schemas.openxmlformats.org/drawingml/2006/main">
              <a:ext uri="{FF2B5EF4-FFF2-40B4-BE49-F238E27FC236}">
                <a16:creationId xmlns:a16="http://schemas.microsoft.com/office/drawing/2014/main" id="{1E2A378D-1497-4667-B4FE-C22935651643}"/>
              </a:ext>
            </a:extLst>
          </p:cNvPr>
          <p:cNvSpPr>
            <a:spLocks xmlns:a="http://schemas.openxmlformats.org/drawingml/2006/main" noGrp="1"/>
          </p:cNvSpPr>
          <p:nvPr/>
        </p:nvSpPr>
        <p:spPr>
          <a:xfrm xmlns:a="http://schemas.openxmlformats.org/drawingml/2006/main">
            <a:off x="3171825" y="0"/>
            <a:ext cx="1952625" cy="76200"/>
          </a:xfrm>
          <a:prstGeom xmlns:a="http://schemas.openxmlformats.org/drawingml/2006/main" prst="rect">
            <a:avLst/>
          </a:prstGeom>
          <a:solidFill xmlns:a="http://schemas.openxmlformats.org/drawingml/2006/main">
            <a:srgbClr val="B8842F"/>
          </a:solidFill>
          <a:ln xmlns:a="http://schemas.openxmlformats.org/drawingml/2006/main" w="0">
            <a:noFill/>
            <a:prstDash val="solid"/>
          </a:ln>
        </p:spPr>
      </p:sp>
      <p:sp>
        <p:nvSpPr>
          <p:cNvPr id="27" name="rect-0192">
            <a:extLst xmlns:a="http://schemas.openxmlformats.org/drawingml/2006/main">
              <a:ext uri="{FF2B5EF4-FFF2-40B4-BE49-F238E27FC236}">
                <a16:creationId xmlns:a16="http://schemas.microsoft.com/office/drawing/2014/main" id="{875D92A2-EFA5-43DF-8F36-9445843CDF97}"/>
              </a:ext>
            </a:extLst>
          </p:cNvPr>
          <p:cNvSpPr>
            <a:spLocks xmlns:a="http://schemas.openxmlformats.org/drawingml/2006/main" noGrp="1"/>
          </p:cNvSpPr>
          <p:nvPr/>
        </p:nvSpPr>
        <p:spPr>
          <a:xfrm xmlns:a="http://schemas.openxmlformats.org/drawingml/2006/main">
            <a:off x="5124450" y="0"/>
            <a:ext cx="7067550" cy="76200"/>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pic>
        <p:nvPicPr>
          <p:cNvPr id="91" name=""/>
          <p:cNvPicPr>
            <a:picLocks xmlns:a="http://schemas.openxmlformats.org/drawingml/2006/main" noChangeAspect="1"/>
          </p:cNvPicPr>
          <p:nvPr/>
        </p:nvPicPr>
        <p:blipFill>
          <a:blip xmlns:r="http://schemas.openxmlformats.org/officeDocument/2006/relationships" xmlns:a="http://schemas.openxmlformats.org/drawingml/2006/main" r:embed="R2c61f9e9a08f435e">
            <a:extLst>
              <a:ext uri="{96DAC541-7B7A-43D3-8B79-37D633B846F1}">
                <asvg:svgBlip xmlns:asvg="http://schemas.microsoft.com/office/drawing/2016/SVG/main" r:embed="R4a3575c838d5447c"/>
              </a:ext>
            </a:extLst>
          </a:blip>
          <a:stretch xmlns:a="http://schemas.openxmlformats.org/drawingml/2006/main"/>
        </p:blipFill>
        <p:spPr>
          <a:xfrm xmlns:a="http://schemas.openxmlformats.org/drawingml/2006/main">
            <a:off x="9871043" y="289560"/>
            <a:ext cx="1863757" cy="539115"/>
          </a:xfrm>
          <a:prstGeom xmlns:a="http://schemas.openxmlformats.org/drawingml/2006/main" prst="rect">
            <a:avLst/>
          </a:prstGeom>
        </p:spPr>
      </p:pic>
      <p:sp>
        <p:nvSpPr>
          <p:cNvPr id="29" name="text-0193">
            <a:extLst xmlns:a="http://schemas.openxmlformats.org/drawingml/2006/main">
              <a:ext uri="{FF2B5EF4-FFF2-40B4-BE49-F238E27FC236}">
                <a16:creationId xmlns:a16="http://schemas.microsoft.com/office/drawing/2014/main" id="{B5068164-C976-4EDF-8F75-D01CA6989C69}"/>
              </a:ext>
            </a:extLst>
          </p:cNvPr>
          <p:cNvSpPr>
            <a:spLocks xmlns:a="http://schemas.openxmlformats.org/drawingml/2006/main" noGrp="1"/>
          </p:cNvSpPr>
          <p:nvPr/>
        </p:nvSpPr>
        <p:spPr>
          <a:xfrm xmlns:a="http://schemas.openxmlformats.org/drawingml/2006/main">
            <a:off x="685800" y="6572250"/>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87287"/>
                </a:solidFill>
                <a:latin typeface="PingFang SC"/>
                <a:ea typeface="PingFang SC"/>
                <a:cs typeface="PingFang SC"/>
              </a:defRPr>
            </a:pPr>
            <a:r>
              <a:rPr sz="825" b="0">
                <a:solidFill>
                  <a:srgbClr val="687287"/>
                </a:solidFill>
                <a:latin typeface="PingFang SC"/>
                <a:ea typeface="PingFang SC"/>
                <a:cs typeface="PingFang SC"/>
              </a:rPr>
              <a:t>开放东方 · AI使用培训</a:t>
            </a:r>
          </a:p>
        </p:txBody>
      </p:sp>
      <p:sp>
        <p:nvSpPr>
          <p:cNvPr id="30" name="text-0194">
            <a:extLst xmlns:a="http://schemas.openxmlformats.org/drawingml/2006/main">
              <a:ext uri="{FF2B5EF4-FFF2-40B4-BE49-F238E27FC236}">
                <a16:creationId xmlns:a16="http://schemas.microsoft.com/office/drawing/2014/main" id="{7A13C382-9424-4F10-84D9-AF8F843F1972}"/>
              </a:ext>
            </a:extLst>
          </p:cNvPr>
          <p:cNvSpPr>
            <a:spLocks xmlns:a="http://schemas.openxmlformats.org/drawingml/2006/main" noGrp="1"/>
          </p:cNvSpPr>
          <p:nvPr/>
        </p:nvSpPr>
        <p:spPr>
          <a:xfrm xmlns:a="http://schemas.openxmlformats.org/drawingml/2006/main">
            <a:off x="11239500" y="65151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A74335"/>
                </a:solidFill>
                <a:latin typeface="PingFang SC"/>
                <a:ea typeface="PingFang SC"/>
                <a:cs typeface="PingFang SC"/>
              </a:defRPr>
            </a:pPr>
            <a:r>
              <a:rPr sz="975" b="1">
                <a:solidFill>
                  <a:srgbClr val="A74335"/>
                </a:solidFill>
                <a:latin typeface="PingFang SC"/>
                <a:ea typeface="PingFang SC"/>
                <a:cs typeface="PingFang SC"/>
              </a:rPr>
              <a:t>04</a:t>
            </a:r>
          </a:p>
        </p:txBody>
      </p:sp>
      <p:sp>
        <p:nvSpPr>
          <p:cNvPr id="31" name="rect-0195">
            <a:extLst xmlns:a="http://schemas.openxmlformats.org/drawingml/2006/main">
              <a:ext uri="{FF2B5EF4-FFF2-40B4-BE49-F238E27FC236}">
                <a16:creationId xmlns:a16="http://schemas.microsoft.com/office/drawing/2014/main" id="{75C4F217-2417-4EFB-8056-B71E2CCFA370}"/>
              </a:ext>
            </a:extLst>
          </p:cNvPr>
          <p:cNvSpPr>
            <a:spLocks xmlns:a="http://schemas.openxmlformats.org/drawingml/2006/main" noGrp="1"/>
          </p:cNvSpPr>
          <p:nvPr/>
        </p:nvSpPr>
        <p:spPr>
          <a:xfrm xmlns:a="http://schemas.openxmlformats.org/drawingml/2006/main">
            <a:off x="685800" y="619125"/>
            <a:ext cx="323850" cy="28575"/>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32" name="text-0196">
            <a:extLst xmlns:a="http://schemas.openxmlformats.org/drawingml/2006/main">
              <a:ext uri="{FF2B5EF4-FFF2-40B4-BE49-F238E27FC236}">
                <a16:creationId xmlns:a16="http://schemas.microsoft.com/office/drawing/2014/main" id="{60998887-3348-4E78-8144-4FC825F958F8}"/>
              </a:ext>
            </a:extLst>
          </p:cNvPr>
          <p:cNvSpPr>
            <a:spLocks xmlns:a="http://schemas.openxmlformats.org/drawingml/2006/main" noGrp="1"/>
          </p:cNvSpPr>
          <p:nvPr/>
        </p:nvSpPr>
        <p:spPr>
          <a:xfrm xmlns:a="http://schemas.openxmlformats.org/drawingml/2006/main">
            <a:off x="1123950" y="504825"/>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335"/>
                </a:solidFill>
                <a:latin typeface="PingFang SC"/>
                <a:ea typeface="PingFang SC"/>
                <a:cs typeface="PingFang SC"/>
              </a:defRPr>
            </a:pPr>
            <a:r>
              <a:rPr sz="1125" b="1">
                <a:solidFill>
                  <a:srgbClr val="A74335"/>
                </a:solidFill>
                <a:latin typeface="PingFang SC"/>
                <a:ea typeface="PingFang SC"/>
                <a:cs typeface="PingFang SC"/>
              </a:rPr>
              <a:t>03 · 从通用能力到增量需求</a:t>
            </a:r>
          </a:p>
        </p:txBody>
      </p:sp>
      <p:sp>
        <p:nvSpPr>
          <p:cNvPr id="33" name="text-0197">
            <a:extLst xmlns:a="http://schemas.openxmlformats.org/drawingml/2006/main">
              <a:ext uri="{FF2B5EF4-FFF2-40B4-BE49-F238E27FC236}">
                <a16:creationId xmlns:a16="http://schemas.microsoft.com/office/drawing/2014/main" id="{76524983-4345-422F-AF99-B25028687D60}"/>
              </a:ext>
            </a:extLst>
          </p:cNvPr>
          <p:cNvSpPr>
            <a:spLocks xmlns:a="http://schemas.openxmlformats.org/drawingml/2006/main" noGrp="1"/>
          </p:cNvSpPr>
          <p:nvPr/>
        </p:nvSpPr>
        <p:spPr>
          <a:xfrm xmlns:a="http://schemas.openxmlformats.org/drawingml/2006/main">
            <a:off x="685800" y="981075"/>
            <a:ext cx="108204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051"/>
          </a:bodyPr>
          <a:lstStyle xmlns:a="http://schemas.openxmlformats.org/drawingml/2006/main"/>
          <a:p xmlns:a="http://schemas.openxmlformats.org/drawingml/2006/main">
            <a:pPr algn="l">
              <a:lnSpc>
                <a:spcPct val="95000"/>
              </a:lnSpc>
              <a:buNone/>
              <a:defRPr sz="3525" b="1">
                <a:solidFill>
                  <a:srgbClr val="182338"/>
                </a:solidFill>
                <a:latin typeface="Songti SC"/>
                <a:ea typeface="Songti SC"/>
                <a:cs typeface="Songti SC"/>
              </a:defRPr>
            </a:pPr>
            <a:r>
              <a:rPr sz="3525" b="1">
                <a:solidFill>
                  <a:srgbClr val="182338"/>
                </a:solidFill>
                <a:latin typeface="Songti SC"/>
                <a:ea typeface="Songti SC"/>
                <a:cs typeface="Songti SC"/>
              </a:rPr>
              <a:t>生产力跃升，来自通用动力</a:t>
            </a:r>
          </a:p>
          <a:p xmlns:a="http://schemas.openxmlformats.org/drawingml/2006/main">
            <a:pPr algn="l">
              <a:lnSpc>
                <a:spcPct val="95000"/>
              </a:lnSpc>
              <a:buNone/>
              <a:defRPr sz="3525" b="1">
                <a:solidFill>
                  <a:srgbClr val="182338"/>
                </a:solidFill>
                <a:latin typeface="Songti SC"/>
                <a:ea typeface="Songti SC"/>
                <a:cs typeface="Songti SC"/>
              </a:defRPr>
            </a:pPr>
            <a:r>
              <a:rPr sz="3525" b="1">
                <a:solidFill>
                  <a:srgbClr val="182338"/>
                </a:solidFill>
                <a:latin typeface="Songti SC"/>
                <a:ea typeface="Songti SC"/>
                <a:cs typeface="Songti SC"/>
              </a:rPr>
              <a:t>与具体工序共同进步</a:t>
            </a:r>
          </a:p>
        </p:txBody>
      </p:sp>
      <p:sp>
        <p:nvSpPr>
          <p:cNvPr id="34" name="text-0198">
            <a:extLst xmlns:a="http://schemas.openxmlformats.org/drawingml/2006/main">
              <a:ext uri="{FF2B5EF4-FFF2-40B4-BE49-F238E27FC236}">
                <a16:creationId xmlns:a16="http://schemas.microsoft.com/office/drawing/2014/main" id="{8C36A2A7-D7F8-4235-BCFE-115EB5A3DFF6}"/>
              </a:ext>
            </a:extLst>
          </p:cNvPr>
          <p:cNvSpPr>
            <a:spLocks xmlns:a="http://schemas.openxmlformats.org/drawingml/2006/main" noGrp="1"/>
          </p:cNvSpPr>
          <p:nvPr/>
        </p:nvSpPr>
        <p:spPr>
          <a:xfrm xmlns:a="http://schemas.openxmlformats.org/drawingml/2006/main">
            <a:off x="800100" y="214312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F5F83"/>
                </a:solidFill>
                <a:latin typeface="PingFang SC"/>
                <a:ea typeface="PingFang SC"/>
                <a:cs typeface="PingFang SC"/>
              </a:defRPr>
            </a:pPr>
            <a:r>
              <a:rPr sz="1500" b="1">
                <a:solidFill>
                  <a:srgbClr val="2F5F83"/>
                </a:solidFill>
                <a:latin typeface="PingFang SC"/>
                <a:ea typeface="PingFang SC"/>
                <a:cs typeface="PingFang SC"/>
              </a:rPr>
              <a:t>18世纪：动力创新 + 工序创新</a:t>
            </a:r>
          </a:p>
        </p:txBody>
      </p:sp>
      <p:sp>
        <p:nvSpPr>
          <p:cNvPr id="35" name="rect-0199">
            <a:extLst xmlns:a="http://schemas.openxmlformats.org/drawingml/2006/main">
              <a:ext uri="{FF2B5EF4-FFF2-40B4-BE49-F238E27FC236}">
                <a16:creationId xmlns:a16="http://schemas.microsoft.com/office/drawing/2014/main" id="{307F114E-F7BF-48BD-BC2A-4C493E0C4494}"/>
              </a:ext>
            </a:extLst>
          </p:cNvPr>
          <p:cNvSpPr>
            <a:spLocks xmlns:a="http://schemas.openxmlformats.org/drawingml/2006/main" noGrp="1"/>
          </p:cNvSpPr>
          <p:nvPr/>
        </p:nvSpPr>
        <p:spPr>
          <a:xfrm xmlns:a="http://schemas.openxmlformats.org/drawingml/2006/main">
            <a:off x="800100" y="2571750"/>
            <a:ext cx="1762125" cy="1066800"/>
          </a:xfrm>
          <a:prstGeom xmlns:a="http://schemas.openxmlformats.org/drawingml/2006/main" prst="roundRect">
            <a:avLst>
              <a:gd name="adj" fmla="val 12500"/>
            </a:avLst>
          </a:prstGeom>
          <a:solidFill xmlns:a="http://schemas.openxmlformats.org/drawingml/2006/main">
            <a:srgbClr val="FFFDF8"/>
          </a:solidFill>
          <a:ln xmlns:a="http://schemas.openxmlformats.org/drawingml/2006/main" w="9525">
            <a:solidFill>
              <a:srgbClr val="D8D2C5"/>
            </a:solidFill>
            <a:prstDash val="solid"/>
          </a:ln>
        </p:spPr>
      </p:sp>
      <p:sp>
        <p:nvSpPr>
          <p:cNvPr id="36" name="rect-0200">
            <a:extLst xmlns:a="http://schemas.openxmlformats.org/drawingml/2006/main">
              <a:ext uri="{FF2B5EF4-FFF2-40B4-BE49-F238E27FC236}">
                <a16:creationId xmlns:a16="http://schemas.microsoft.com/office/drawing/2014/main" id="{6F62D898-805C-479E-AA87-C0AB2E7C9D85}"/>
              </a:ext>
            </a:extLst>
          </p:cNvPr>
          <p:cNvSpPr>
            <a:spLocks xmlns:a="http://schemas.openxmlformats.org/drawingml/2006/main" noGrp="1"/>
          </p:cNvSpPr>
          <p:nvPr/>
        </p:nvSpPr>
        <p:spPr>
          <a:xfrm xmlns:a="http://schemas.openxmlformats.org/drawingml/2006/main">
            <a:off x="800100" y="2571750"/>
            <a:ext cx="1762125" cy="57150"/>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sp>
        <p:nvSpPr>
          <p:cNvPr id="37" name="text-0201">
            <a:extLst xmlns:a="http://schemas.openxmlformats.org/drawingml/2006/main">
              <a:ext uri="{FF2B5EF4-FFF2-40B4-BE49-F238E27FC236}">
                <a16:creationId xmlns:a16="http://schemas.microsoft.com/office/drawing/2014/main" id="{6E6D8D28-7891-4825-BCC7-A39A59D5DF9D}"/>
              </a:ext>
            </a:extLst>
          </p:cNvPr>
          <p:cNvSpPr>
            <a:spLocks xmlns:a="http://schemas.openxmlformats.org/drawingml/2006/main" noGrp="1"/>
          </p:cNvSpPr>
          <p:nvPr/>
        </p:nvSpPr>
        <p:spPr>
          <a:xfrm xmlns:a="http://schemas.openxmlformats.org/drawingml/2006/main">
            <a:off x="990600" y="2838450"/>
            <a:ext cx="1381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826"/>
          </a:bodyPr>
          <a:lstStyle xmlns:a="http://schemas.openxmlformats.org/drawingml/2006/main"/>
          <a:p xmlns:a="http://schemas.openxmlformats.org/drawingml/2006/main">
            <a:pPr algn="l">
              <a:defRPr sz="1725" b="1">
                <a:solidFill>
                  <a:srgbClr val="182338"/>
                </a:solidFill>
                <a:latin typeface="PingFang SC"/>
                <a:ea typeface="PingFang SC"/>
                <a:cs typeface="PingFang SC"/>
              </a:defRPr>
            </a:pPr>
            <a:r>
              <a:rPr sz="1725" b="1">
                <a:solidFill>
                  <a:srgbClr val="182338"/>
                </a:solidFill>
                <a:latin typeface="PingFang SC"/>
                <a:ea typeface="PingFang SC"/>
                <a:cs typeface="PingFang SC"/>
              </a:rPr>
              <a:t>瓦特改良</a:t>
            </a:r>
          </a:p>
          <a:p xmlns:a="http://schemas.openxmlformats.org/drawingml/2006/main">
            <a:pPr algn="l">
              <a:defRPr sz="1725" b="1">
                <a:solidFill>
                  <a:srgbClr val="182338"/>
                </a:solidFill>
                <a:latin typeface="PingFang SC"/>
                <a:ea typeface="PingFang SC"/>
                <a:cs typeface="PingFang SC"/>
              </a:defRPr>
            </a:pPr>
            <a:r>
              <a:rPr sz="1725" b="1">
                <a:solidFill>
                  <a:srgbClr val="182338"/>
                </a:solidFill>
                <a:latin typeface="PingFang SC"/>
                <a:ea typeface="PingFang SC"/>
                <a:cs typeface="PingFang SC"/>
              </a:rPr>
              <a:t>蒸汽机</a:t>
            </a:r>
          </a:p>
        </p:txBody>
      </p:sp>
      <p:sp>
        <p:nvSpPr>
          <p:cNvPr id="38" name="text-0202">
            <a:extLst xmlns:a="http://schemas.openxmlformats.org/drawingml/2006/main">
              <a:ext uri="{FF2B5EF4-FFF2-40B4-BE49-F238E27FC236}">
                <a16:creationId xmlns:a16="http://schemas.microsoft.com/office/drawing/2014/main" id="{D84AF8CC-F8DE-414B-A3BE-D20E458CDC04}"/>
              </a:ext>
            </a:extLst>
          </p:cNvPr>
          <p:cNvSpPr>
            <a:spLocks xmlns:a="http://schemas.openxmlformats.org/drawingml/2006/main" noGrp="1"/>
          </p:cNvSpPr>
          <p:nvPr/>
        </p:nvSpPr>
        <p:spPr>
          <a:xfrm xmlns:a="http://schemas.openxmlformats.org/drawingml/2006/main">
            <a:off x="990600" y="339090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975" b="0">
                <a:solidFill>
                  <a:srgbClr val="687287"/>
                </a:solidFill>
                <a:latin typeface="PingFang SC"/>
                <a:ea typeface="PingFang SC"/>
                <a:cs typeface="PingFang SC"/>
              </a:defRPr>
            </a:pPr>
            <a:r>
              <a:rPr sz="975" b="0">
                <a:solidFill>
                  <a:srgbClr val="687287"/>
                </a:solidFill>
                <a:latin typeface="PingFang SC"/>
                <a:ea typeface="PingFang SC"/>
                <a:cs typeface="PingFang SC"/>
              </a:rPr>
              <a:t>让通用动力更高效</a:t>
            </a:r>
          </a:p>
        </p:txBody>
      </p:sp>
      <p:sp>
        <p:nvSpPr>
          <p:cNvPr id="39" name="text-0203">
            <a:extLst xmlns:a="http://schemas.openxmlformats.org/drawingml/2006/main">
              <a:ext uri="{FF2B5EF4-FFF2-40B4-BE49-F238E27FC236}">
                <a16:creationId xmlns:a16="http://schemas.microsoft.com/office/drawing/2014/main" id="{6F0E1AE0-65DD-4A6C-8528-26B1ECDA83C0}"/>
              </a:ext>
            </a:extLst>
          </p:cNvPr>
          <p:cNvSpPr>
            <a:spLocks xmlns:a="http://schemas.openxmlformats.org/drawingml/2006/main" noGrp="1"/>
          </p:cNvSpPr>
          <p:nvPr/>
        </p:nvSpPr>
        <p:spPr>
          <a:xfrm xmlns:a="http://schemas.openxmlformats.org/drawingml/2006/main">
            <a:off x="2724150" y="2924175"/>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a:solidFill>
                  <a:srgbClr val="A74335"/>
                </a:solidFill>
                <a:latin typeface="PingFang SC"/>
                <a:ea typeface="PingFang SC"/>
                <a:cs typeface="PingFang SC"/>
              </a:defRPr>
            </a:pPr>
            <a:r>
              <a:rPr sz="2400" b="1">
                <a:solidFill>
                  <a:srgbClr val="A74335"/>
                </a:solidFill>
                <a:latin typeface="PingFang SC"/>
                <a:ea typeface="PingFang SC"/>
                <a:cs typeface="PingFang SC"/>
              </a:rPr>
              <a:t>+</a:t>
            </a:r>
          </a:p>
        </p:txBody>
      </p:sp>
      <p:sp>
        <p:nvSpPr>
          <p:cNvPr id="40" name="rect-0204">
            <a:extLst xmlns:a="http://schemas.openxmlformats.org/drawingml/2006/main">
              <a:ext uri="{FF2B5EF4-FFF2-40B4-BE49-F238E27FC236}">
                <a16:creationId xmlns:a16="http://schemas.microsoft.com/office/drawing/2014/main" id="{521FF9AB-496F-42DB-91C4-8172A1DF703C}"/>
              </a:ext>
            </a:extLst>
          </p:cNvPr>
          <p:cNvSpPr>
            <a:spLocks xmlns:a="http://schemas.openxmlformats.org/drawingml/2006/main" noGrp="1"/>
          </p:cNvSpPr>
          <p:nvPr/>
        </p:nvSpPr>
        <p:spPr>
          <a:xfrm xmlns:a="http://schemas.openxmlformats.org/drawingml/2006/main">
            <a:off x="3286125" y="2571750"/>
            <a:ext cx="1762125" cy="1066800"/>
          </a:xfrm>
          <a:prstGeom xmlns:a="http://schemas.openxmlformats.org/drawingml/2006/main" prst="roundRect">
            <a:avLst>
              <a:gd name="adj" fmla="val 12500"/>
            </a:avLst>
          </a:prstGeom>
          <a:solidFill xmlns:a="http://schemas.openxmlformats.org/drawingml/2006/main">
            <a:srgbClr val="FFFDF8"/>
          </a:solidFill>
          <a:ln xmlns:a="http://schemas.openxmlformats.org/drawingml/2006/main" w="9525">
            <a:solidFill>
              <a:srgbClr val="D8D2C5"/>
            </a:solidFill>
            <a:prstDash val="solid"/>
          </a:ln>
        </p:spPr>
      </p:sp>
      <p:sp>
        <p:nvSpPr>
          <p:cNvPr id="41" name="rect-0205">
            <a:extLst xmlns:a="http://schemas.openxmlformats.org/drawingml/2006/main">
              <a:ext uri="{FF2B5EF4-FFF2-40B4-BE49-F238E27FC236}">
                <a16:creationId xmlns:a16="http://schemas.microsoft.com/office/drawing/2014/main" id="{D798DA32-90F7-4442-92D1-F3C04D8005A1}"/>
              </a:ext>
            </a:extLst>
          </p:cNvPr>
          <p:cNvSpPr>
            <a:spLocks xmlns:a="http://schemas.openxmlformats.org/drawingml/2006/main" noGrp="1"/>
          </p:cNvSpPr>
          <p:nvPr/>
        </p:nvSpPr>
        <p:spPr>
          <a:xfrm xmlns:a="http://schemas.openxmlformats.org/drawingml/2006/main">
            <a:off x="3286125" y="2571750"/>
            <a:ext cx="1762125" cy="57150"/>
          </a:xfrm>
          <a:prstGeom xmlns:a="http://schemas.openxmlformats.org/drawingml/2006/main" prst="rect">
            <a:avLst/>
          </a:prstGeom>
          <a:solidFill xmlns:a="http://schemas.openxmlformats.org/drawingml/2006/main">
            <a:srgbClr val="B8842F"/>
          </a:solidFill>
          <a:ln xmlns:a="http://schemas.openxmlformats.org/drawingml/2006/main" w="0">
            <a:noFill/>
            <a:prstDash val="solid"/>
          </a:ln>
        </p:spPr>
      </p:sp>
      <p:sp>
        <p:nvSpPr>
          <p:cNvPr id="42" name="text-0206">
            <a:extLst xmlns:a="http://schemas.openxmlformats.org/drawingml/2006/main">
              <a:ext uri="{FF2B5EF4-FFF2-40B4-BE49-F238E27FC236}">
                <a16:creationId xmlns:a16="http://schemas.microsoft.com/office/drawing/2014/main" id="{E244AD8E-1092-4532-8A78-655AD119DF8F}"/>
              </a:ext>
            </a:extLst>
          </p:cNvPr>
          <p:cNvSpPr>
            <a:spLocks xmlns:a="http://schemas.openxmlformats.org/drawingml/2006/main" noGrp="1"/>
          </p:cNvSpPr>
          <p:nvPr/>
        </p:nvSpPr>
        <p:spPr>
          <a:xfrm xmlns:a="http://schemas.openxmlformats.org/drawingml/2006/main">
            <a:off x="3476625" y="2838450"/>
            <a:ext cx="1381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826"/>
          </a:bodyPr>
          <a:lstStyle xmlns:a="http://schemas.openxmlformats.org/drawingml/2006/main"/>
          <a:p xmlns:a="http://schemas.openxmlformats.org/drawingml/2006/main">
            <a:pPr algn="l">
              <a:defRPr sz="1725" b="1">
                <a:solidFill>
                  <a:srgbClr val="182338"/>
                </a:solidFill>
                <a:latin typeface="PingFang SC"/>
                <a:ea typeface="PingFang SC"/>
                <a:cs typeface="PingFang SC"/>
              </a:defRPr>
            </a:pPr>
            <a:r>
              <a:rPr sz="1725" b="1">
                <a:solidFill>
                  <a:srgbClr val="182338"/>
                </a:solidFill>
                <a:latin typeface="PingFang SC"/>
                <a:ea typeface="PingFang SC"/>
                <a:cs typeface="PingFang SC"/>
              </a:rPr>
              <a:t>珍妮</a:t>
            </a:r>
          </a:p>
          <a:p xmlns:a="http://schemas.openxmlformats.org/drawingml/2006/main">
            <a:pPr algn="l">
              <a:defRPr sz="1725" b="1">
                <a:solidFill>
                  <a:srgbClr val="182338"/>
                </a:solidFill>
                <a:latin typeface="PingFang SC"/>
                <a:ea typeface="PingFang SC"/>
                <a:cs typeface="PingFang SC"/>
              </a:defRPr>
            </a:pPr>
            <a:r>
              <a:rPr sz="1725" b="1">
                <a:solidFill>
                  <a:srgbClr val="182338"/>
                </a:solidFill>
                <a:latin typeface="PingFang SC"/>
                <a:ea typeface="PingFang SC"/>
                <a:cs typeface="PingFang SC"/>
              </a:rPr>
              <a:t>纺纱机</a:t>
            </a:r>
          </a:p>
        </p:txBody>
      </p:sp>
      <p:sp>
        <p:nvSpPr>
          <p:cNvPr id="43" name="text-0207">
            <a:extLst xmlns:a="http://schemas.openxmlformats.org/drawingml/2006/main">
              <a:ext uri="{FF2B5EF4-FFF2-40B4-BE49-F238E27FC236}">
                <a16:creationId xmlns:a16="http://schemas.microsoft.com/office/drawing/2014/main" id="{6EE0C3A0-95BD-4505-9008-33DEE8A82484}"/>
              </a:ext>
            </a:extLst>
          </p:cNvPr>
          <p:cNvSpPr>
            <a:spLocks xmlns:a="http://schemas.openxmlformats.org/drawingml/2006/main" noGrp="1"/>
          </p:cNvSpPr>
          <p:nvPr/>
        </p:nvSpPr>
        <p:spPr>
          <a:xfrm xmlns:a="http://schemas.openxmlformats.org/drawingml/2006/main">
            <a:off x="3476625" y="339090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975" b="0">
                <a:solidFill>
                  <a:srgbClr val="687287"/>
                </a:solidFill>
                <a:latin typeface="PingFang SC"/>
                <a:ea typeface="PingFang SC"/>
                <a:cs typeface="PingFang SC"/>
              </a:defRPr>
            </a:pPr>
            <a:r>
              <a:rPr sz="975" b="0">
                <a:solidFill>
                  <a:srgbClr val="687287"/>
                </a:solidFill>
                <a:latin typeface="PingFang SC"/>
                <a:ea typeface="PingFang SC"/>
                <a:cs typeface="PingFang SC"/>
              </a:rPr>
              <a:t>一人同时纺多根纱</a:t>
            </a:r>
          </a:p>
        </p:txBody>
      </p:sp>
      <p:sp>
        <p:nvSpPr>
          <p:cNvPr id="44" name="text-0208">
            <a:extLst xmlns:a="http://schemas.openxmlformats.org/drawingml/2006/main">
              <a:ext uri="{FF2B5EF4-FFF2-40B4-BE49-F238E27FC236}">
                <a16:creationId xmlns:a16="http://schemas.microsoft.com/office/drawing/2014/main" id="{BD9CF348-0EEB-410C-870A-BDA4A963B996}"/>
              </a:ext>
            </a:extLst>
          </p:cNvPr>
          <p:cNvSpPr>
            <a:spLocks xmlns:a="http://schemas.openxmlformats.org/drawingml/2006/main" noGrp="1"/>
          </p:cNvSpPr>
          <p:nvPr/>
        </p:nvSpPr>
        <p:spPr>
          <a:xfrm xmlns:a="http://schemas.openxmlformats.org/drawingml/2006/main">
            <a:off x="2762250" y="3667125"/>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00" b="1">
                <a:solidFill>
                  <a:srgbClr val="A74335"/>
                </a:solidFill>
                <a:latin typeface="PingFang SC"/>
                <a:ea typeface="PingFang SC"/>
                <a:cs typeface="PingFang SC"/>
              </a:defRPr>
            </a:pPr>
            <a:r>
              <a:rPr sz="2100" b="1">
                <a:solidFill>
                  <a:srgbClr val="A74335"/>
                </a:solidFill>
                <a:latin typeface="PingFang SC"/>
                <a:ea typeface="PingFang SC"/>
                <a:cs typeface="PingFang SC"/>
              </a:rPr>
              <a:t>↓</a:t>
            </a:r>
          </a:p>
        </p:txBody>
      </p:sp>
      <p:sp>
        <p:nvSpPr>
          <p:cNvPr id="45" name="rect-0209">
            <a:extLst xmlns:a="http://schemas.openxmlformats.org/drawingml/2006/main">
              <a:ext uri="{FF2B5EF4-FFF2-40B4-BE49-F238E27FC236}">
                <a16:creationId xmlns:a16="http://schemas.microsoft.com/office/drawing/2014/main" id="{39FAA662-99A3-43D2-9D58-1A1773F10164}"/>
              </a:ext>
            </a:extLst>
          </p:cNvPr>
          <p:cNvSpPr>
            <a:spLocks xmlns:a="http://schemas.openxmlformats.org/drawingml/2006/main" noGrp="1"/>
          </p:cNvSpPr>
          <p:nvPr/>
        </p:nvSpPr>
        <p:spPr>
          <a:xfrm xmlns:a="http://schemas.openxmlformats.org/drawingml/2006/main">
            <a:off x="800100" y="4095750"/>
            <a:ext cx="4248150" cy="876300"/>
          </a:xfrm>
          <a:prstGeom xmlns:a="http://schemas.openxmlformats.org/drawingml/2006/main" prst="rect">
            <a:avLst/>
          </a:prstGeom>
          <a:solidFill xmlns:a="http://schemas.openxmlformats.org/drawingml/2006/main">
            <a:srgbClr val="DCE8EF"/>
          </a:solidFill>
          <a:ln xmlns:a="http://schemas.openxmlformats.org/drawingml/2006/main" w="9525">
            <a:solidFill>
              <a:srgbClr val="2F5F83"/>
            </a:solidFill>
            <a:prstDash val="solid"/>
          </a:ln>
        </p:spPr>
      </p:sp>
      <p:sp>
        <p:nvSpPr>
          <p:cNvPr id="46" name="text-0210">
            <a:extLst xmlns:a="http://schemas.openxmlformats.org/drawingml/2006/main">
              <a:ext uri="{FF2B5EF4-FFF2-40B4-BE49-F238E27FC236}">
                <a16:creationId xmlns:a16="http://schemas.microsoft.com/office/drawing/2014/main" id="{17400CA8-FA69-42BE-955B-FA8269EBA439}"/>
              </a:ext>
            </a:extLst>
          </p:cNvPr>
          <p:cNvSpPr>
            <a:spLocks xmlns:a="http://schemas.openxmlformats.org/drawingml/2006/main" noGrp="1"/>
          </p:cNvSpPr>
          <p:nvPr/>
        </p:nvSpPr>
        <p:spPr>
          <a:xfrm xmlns:a="http://schemas.openxmlformats.org/drawingml/2006/main">
            <a:off x="1066800" y="4267200"/>
            <a:ext cx="3714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2F5F83"/>
                </a:solidFill>
                <a:latin typeface="PingFang SC"/>
                <a:ea typeface="PingFang SC"/>
                <a:cs typeface="PingFang SC"/>
              </a:defRPr>
            </a:pPr>
            <a:r>
              <a:rPr sz="1650" b="1">
                <a:solidFill>
                  <a:srgbClr val="2F5F83"/>
                </a:solidFill>
                <a:latin typeface="PingFang SC"/>
                <a:ea typeface="PingFang SC"/>
                <a:cs typeface="PingFang SC"/>
              </a:rPr>
              <a:t>生产率提升 → 成本下降</a:t>
            </a:r>
          </a:p>
          <a:p xmlns:a="http://schemas.openxmlformats.org/drawingml/2006/main">
            <a:pPr algn="ctr">
              <a:defRPr sz="1650" b="1">
                <a:solidFill>
                  <a:srgbClr val="2F5F83"/>
                </a:solidFill>
                <a:latin typeface="PingFang SC"/>
                <a:ea typeface="PingFang SC"/>
                <a:cs typeface="PingFang SC"/>
              </a:defRPr>
            </a:pPr>
            <a:r>
              <a:rPr sz="1650" b="1">
                <a:solidFill>
                  <a:srgbClr val="2F5F83"/>
                </a:solidFill>
                <a:latin typeface="PingFang SC"/>
                <a:ea typeface="PingFang SC"/>
                <a:cs typeface="PingFang SC"/>
              </a:rPr>
              <a:t>→ 市场扩大，增量需求被激发</a:t>
            </a:r>
          </a:p>
        </p:txBody>
      </p:sp>
      <p:sp>
        <p:nvSpPr>
          <p:cNvPr id="47" name="text-0211">
            <a:extLst xmlns:a="http://schemas.openxmlformats.org/drawingml/2006/main">
              <a:ext uri="{FF2B5EF4-FFF2-40B4-BE49-F238E27FC236}">
                <a16:creationId xmlns:a16="http://schemas.microsoft.com/office/drawing/2014/main" id="{40F9A7D2-81C7-4FB4-8265-26C060B157A7}"/>
              </a:ext>
            </a:extLst>
          </p:cNvPr>
          <p:cNvSpPr>
            <a:spLocks xmlns:a="http://schemas.openxmlformats.org/drawingml/2006/main" noGrp="1"/>
          </p:cNvSpPr>
          <p:nvPr/>
        </p:nvSpPr>
        <p:spPr>
          <a:xfrm xmlns:a="http://schemas.openxmlformats.org/drawingml/2006/main">
            <a:off x="6496050" y="214312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A74335"/>
                </a:solidFill>
                <a:latin typeface="PingFang SC"/>
                <a:ea typeface="PingFang SC"/>
                <a:cs typeface="PingFang SC"/>
              </a:defRPr>
            </a:pPr>
            <a:r>
              <a:rPr sz="1500" b="1">
                <a:solidFill>
                  <a:srgbClr val="A74335"/>
                </a:solidFill>
                <a:latin typeface="PingFang SC"/>
                <a:ea typeface="PingFang SC"/>
                <a:cs typeface="PingFang SC"/>
              </a:rPr>
              <a:t>今天：通用脑力 + 具体执行</a:t>
            </a:r>
          </a:p>
        </p:txBody>
      </p:sp>
      <p:sp>
        <p:nvSpPr>
          <p:cNvPr id="48" name="rect-0212">
            <a:extLst xmlns:a="http://schemas.openxmlformats.org/drawingml/2006/main">
              <a:ext uri="{FF2B5EF4-FFF2-40B4-BE49-F238E27FC236}">
                <a16:creationId xmlns:a16="http://schemas.microsoft.com/office/drawing/2014/main" id="{B3BD13E6-CA1D-47A2-808A-6AE42CDAD60D}"/>
              </a:ext>
            </a:extLst>
          </p:cNvPr>
          <p:cNvSpPr>
            <a:spLocks xmlns:a="http://schemas.openxmlformats.org/drawingml/2006/main" noGrp="1"/>
          </p:cNvSpPr>
          <p:nvPr/>
        </p:nvSpPr>
        <p:spPr>
          <a:xfrm xmlns:a="http://schemas.openxmlformats.org/drawingml/2006/main">
            <a:off x="6496050" y="2571750"/>
            <a:ext cx="1762125" cy="1066800"/>
          </a:xfrm>
          <a:prstGeom xmlns:a="http://schemas.openxmlformats.org/drawingml/2006/main" prst="roundRect">
            <a:avLst>
              <a:gd name="adj" fmla="val 12500"/>
            </a:avLst>
          </a:prstGeom>
          <a:solidFill xmlns:a="http://schemas.openxmlformats.org/drawingml/2006/main">
            <a:srgbClr val="FFFDF8"/>
          </a:solidFill>
          <a:ln xmlns:a="http://schemas.openxmlformats.org/drawingml/2006/main" w="9525">
            <a:solidFill>
              <a:srgbClr val="D8D2C5"/>
            </a:solidFill>
            <a:prstDash val="solid"/>
          </a:ln>
        </p:spPr>
      </p:sp>
      <p:sp>
        <p:nvSpPr>
          <p:cNvPr id="49" name="rect-0213">
            <a:extLst xmlns:a="http://schemas.openxmlformats.org/drawingml/2006/main">
              <a:ext uri="{FF2B5EF4-FFF2-40B4-BE49-F238E27FC236}">
                <a16:creationId xmlns:a16="http://schemas.microsoft.com/office/drawing/2014/main" id="{0DE775AC-FB11-450B-BC28-FA43F3E5DC4B}"/>
              </a:ext>
            </a:extLst>
          </p:cNvPr>
          <p:cNvSpPr>
            <a:spLocks xmlns:a="http://schemas.openxmlformats.org/drawingml/2006/main" noGrp="1"/>
          </p:cNvSpPr>
          <p:nvPr/>
        </p:nvSpPr>
        <p:spPr>
          <a:xfrm xmlns:a="http://schemas.openxmlformats.org/drawingml/2006/main">
            <a:off x="6496050" y="2571750"/>
            <a:ext cx="1762125" cy="57150"/>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sp>
        <p:nvSpPr>
          <p:cNvPr id="50" name="text-0214">
            <a:extLst xmlns:a="http://schemas.openxmlformats.org/drawingml/2006/main">
              <a:ext uri="{FF2B5EF4-FFF2-40B4-BE49-F238E27FC236}">
                <a16:creationId xmlns:a16="http://schemas.microsoft.com/office/drawing/2014/main" id="{C2E96F0B-8E10-4C16-B544-CCEB27191D17}"/>
              </a:ext>
            </a:extLst>
          </p:cNvPr>
          <p:cNvSpPr>
            <a:spLocks xmlns:a="http://schemas.openxmlformats.org/drawingml/2006/main" noGrp="1"/>
          </p:cNvSpPr>
          <p:nvPr/>
        </p:nvSpPr>
        <p:spPr>
          <a:xfrm xmlns:a="http://schemas.openxmlformats.org/drawingml/2006/main">
            <a:off x="6686550" y="2838450"/>
            <a:ext cx="138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82338"/>
                </a:solidFill>
                <a:latin typeface="PingFang SC"/>
                <a:ea typeface="PingFang SC"/>
                <a:cs typeface="PingFang SC"/>
              </a:defRPr>
            </a:pPr>
            <a:r>
              <a:rPr sz="1875" b="1">
                <a:solidFill>
                  <a:srgbClr val="182338"/>
                </a:solidFill>
                <a:latin typeface="PingFang SC"/>
                <a:ea typeface="PingFang SC"/>
                <a:cs typeface="PingFang SC"/>
              </a:rPr>
              <a:t>大模型</a:t>
            </a:r>
          </a:p>
        </p:txBody>
      </p:sp>
      <p:sp>
        <p:nvSpPr>
          <p:cNvPr id="51" name="text-0215">
            <a:extLst xmlns:a="http://schemas.openxmlformats.org/drawingml/2006/main">
              <a:ext uri="{FF2B5EF4-FFF2-40B4-BE49-F238E27FC236}">
                <a16:creationId xmlns:a16="http://schemas.microsoft.com/office/drawing/2014/main" id="{94D06B72-6AF6-4EAB-8379-FB163723FF1A}"/>
              </a:ext>
            </a:extLst>
          </p:cNvPr>
          <p:cNvSpPr>
            <a:spLocks xmlns:a="http://schemas.openxmlformats.org/drawingml/2006/main" noGrp="1"/>
          </p:cNvSpPr>
          <p:nvPr/>
        </p:nvSpPr>
        <p:spPr>
          <a:xfrm xmlns:a="http://schemas.openxmlformats.org/drawingml/2006/main">
            <a:off x="6686550" y="335280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975" b="0">
                <a:solidFill>
                  <a:srgbClr val="687287"/>
                </a:solidFill>
                <a:latin typeface="PingFang SC"/>
                <a:ea typeface="PingFang SC"/>
                <a:cs typeface="PingFang SC"/>
              </a:defRPr>
            </a:pPr>
            <a:r>
              <a:rPr sz="975" b="0">
                <a:solidFill>
                  <a:srgbClr val="687287"/>
                </a:solidFill>
                <a:latin typeface="PingFang SC"/>
                <a:ea typeface="PingFang SC"/>
                <a:cs typeface="PingFang SC"/>
              </a:rPr>
              <a:t>提供通用理解与生成</a:t>
            </a:r>
          </a:p>
        </p:txBody>
      </p:sp>
      <p:sp>
        <p:nvSpPr>
          <p:cNvPr id="52" name="text-0216">
            <a:extLst xmlns:a="http://schemas.openxmlformats.org/drawingml/2006/main">
              <a:ext uri="{FF2B5EF4-FFF2-40B4-BE49-F238E27FC236}">
                <a16:creationId xmlns:a16="http://schemas.microsoft.com/office/drawing/2014/main" id="{A46FB3B2-13D6-4122-850E-6C37D8B96C2F}"/>
              </a:ext>
            </a:extLst>
          </p:cNvPr>
          <p:cNvSpPr>
            <a:spLocks xmlns:a="http://schemas.openxmlformats.org/drawingml/2006/main" noGrp="1"/>
          </p:cNvSpPr>
          <p:nvPr/>
        </p:nvSpPr>
        <p:spPr>
          <a:xfrm xmlns:a="http://schemas.openxmlformats.org/drawingml/2006/main">
            <a:off x="8420100" y="2924175"/>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a:solidFill>
                  <a:srgbClr val="A74335"/>
                </a:solidFill>
                <a:latin typeface="PingFang SC"/>
                <a:ea typeface="PingFang SC"/>
                <a:cs typeface="PingFang SC"/>
              </a:defRPr>
            </a:pPr>
            <a:r>
              <a:rPr sz="2400" b="1">
                <a:solidFill>
                  <a:srgbClr val="A74335"/>
                </a:solidFill>
                <a:latin typeface="PingFang SC"/>
                <a:ea typeface="PingFang SC"/>
                <a:cs typeface="PingFang SC"/>
              </a:rPr>
              <a:t>+</a:t>
            </a:r>
          </a:p>
        </p:txBody>
      </p:sp>
      <p:sp>
        <p:nvSpPr>
          <p:cNvPr id="53" name="rect-0217">
            <a:extLst xmlns:a="http://schemas.openxmlformats.org/drawingml/2006/main">
              <a:ext uri="{FF2B5EF4-FFF2-40B4-BE49-F238E27FC236}">
                <a16:creationId xmlns:a16="http://schemas.microsoft.com/office/drawing/2014/main" id="{47A62241-C394-4146-B1FD-092E4E9289AD}"/>
              </a:ext>
            </a:extLst>
          </p:cNvPr>
          <p:cNvSpPr>
            <a:spLocks xmlns:a="http://schemas.openxmlformats.org/drawingml/2006/main" noGrp="1"/>
          </p:cNvSpPr>
          <p:nvPr/>
        </p:nvSpPr>
        <p:spPr>
          <a:xfrm xmlns:a="http://schemas.openxmlformats.org/drawingml/2006/main">
            <a:off x="8982075" y="2571750"/>
            <a:ext cx="1762125" cy="1066800"/>
          </a:xfrm>
          <a:prstGeom xmlns:a="http://schemas.openxmlformats.org/drawingml/2006/main" prst="roundRect">
            <a:avLst>
              <a:gd name="adj" fmla="val 12500"/>
            </a:avLst>
          </a:prstGeom>
          <a:solidFill xmlns:a="http://schemas.openxmlformats.org/drawingml/2006/main">
            <a:srgbClr val="FFFDF8"/>
          </a:solidFill>
          <a:ln xmlns:a="http://schemas.openxmlformats.org/drawingml/2006/main" w="9525">
            <a:solidFill>
              <a:srgbClr val="D8D2C5"/>
            </a:solidFill>
            <a:prstDash val="solid"/>
          </a:ln>
        </p:spPr>
      </p:sp>
      <p:sp>
        <p:nvSpPr>
          <p:cNvPr id="54" name="rect-0218">
            <a:extLst xmlns:a="http://schemas.openxmlformats.org/drawingml/2006/main">
              <a:ext uri="{FF2B5EF4-FFF2-40B4-BE49-F238E27FC236}">
                <a16:creationId xmlns:a16="http://schemas.microsoft.com/office/drawing/2014/main" id="{2B5FE968-7713-437C-B21D-F697667FDAEC}"/>
              </a:ext>
            </a:extLst>
          </p:cNvPr>
          <p:cNvSpPr>
            <a:spLocks xmlns:a="http://schemas.openxmlformats.org/drawingml/2006/main" noGrp="1"/>
          </p:cNvSpPr>
          <p:nvPr/>
        </p:nvSpPr>
        <p:spPr>
          <a:xfrm xmlns:a="http://schemas.openxmlformats.org/drawingml/2006/main">
            <a:off x="8982075" y="2571750"/>
            <a:ext cx="1762125" cy="5715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55" name="text-0219">
            <a:extLst xmlns:a="http://schemas.openxmlformats.org/drawingml/2006/main">
              <a:ext uri="{FF2B5EF4-FFF2-40B4-BE49-F238E27FC236}">
                <a16:creationId xmlns:a16="http://schemas.microsoft.com/office/drawing/2014/main" id="{6C2E6A16-BFF1-4723-AB6C-A8EA6F61F5B2}"/>
              </a:ext>
            </a:extLst>
          </p:cNvPr>
          <p:cNvSpPr>
            <a:spLocks xmlns:a="http://schemas.openxmlformats.org/drawingml/2006/main" noGrp="1"/>
          </p:cNvSpPr>
          <p:nvPr/>
        </p:nvSpPr>
        <p:spPr>
          <a:xfrm xmlns:a="http://schemas.openxmlformats.org/drawingml/2006/main">
            <a:off x="9172575" y="2838450"/>
            <a:ext cx="1381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82338"/>
                </a:solidFill>
                <a:latin typeface="PingFang SC"/>
                <a:ea typeface="PingFang SC"/>
                <a:cs typeface="PingFang SC"/>
              </a:defRPr>
            </a:pPr>
            <a:r>
              <a:rPr sz="1875" b="1">
                <a:solidFill>
                  <a:srgbClr val="182338"/>
                </a:solidFill>
                <a:latin typeface="PingFang SC"/>
                <a:ea typeface="PingFang SC"/>
                <a:cs typeface="PingFang SC"/>
              </a:rPr>
              <a:t>Agent</a:t>
            </a:r>
          </a:p>
        </p:txBody>
      </p:sp>
      <p:sp>
        <p:nvSpPr>
          <p:cNvPr id="56" name="text-0220">
            <a:extLst xmlns:a="http://schemas.openxmlformats.org/drawingml/2006/main">
              <a:ext uri="{FF2B5EF4-FFF2-40B4-BE49-F238E27FC236}">
                <a16:creationId xmlns:a16="http://schemas.microsoft.com/office/drawing/2014/main" id="{A3E62B0D-70D3-4603-A00F-C9621612952B}"/>
              </a:ext>
            </a:extLst>
          </p:cNvPr>
          <p:cNvSpPr>
            <a:spLocks xmlns:a="http://schemas.openxmlformats.org/drawingml/2006/main" noGrp="1"/>
          </p:cNvSpPr>
          <p:nvPr/>
        </p:nvSpPr>
        <p:spPr>
          <a:xfrm xmlns:a="http://schemas.openxmlformats.org/drawingml/2006/main">
            <a:off x="9172575" y="3352800"/>
            <a:ext cx="1381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975" b="0">
                <a:solidFill>
                  <a:srgbClr val="687287"/>
                </a:solidFill>
                <a:latin typeface="PingFang SC"/>
                <a:ea typeface="PingFang SC"/>
                <a:cs typeface="PingFang SC"/>
              </a:defRPr>
            </a:pPr>
            <a:r>
              <a:rPr sz="975" b="0">
                <a:solidFill>
                  <a:srgbClr val="687287"/>
                </a:solidFill>
                <a:latin typeface="PingFang SC"/>
                <a:ea typeface="PingFang SC"/>
                <a:cs typeface="PingFang SC"/>
              </a:rPr>
              <a:t>接入资料、工具与流程</a:t>
            </a:r>
          </a:p>
        </p:txBody>
      </p:sp>
      <p:sp>
        <p:nvSpPr>
          <p:cNvPr id="57" name="text-0221">
            <a:extLst xmlns:a="http://schemas.openxmlformats.org/drawingml/2006/main">
              <a:ext uri="{FF2B5EF4-FFF2-40B4-BE49-F238E27FC236}">
                <a16:creationId xmlns:a16="http://schemas.microsoft.com/office/drawing/2014/main" id="{DCD3C4CB-9E6C-4C4A-A303-53A4E42536E1}"/>
              </a:ext>
            </a:extLst>
          </p:cNvPr>
          <p:cNvSpPr>
            <a:spLocks xmlns:a="http://schemas.openxmlformats.org/drawingml/2006/main" noGrp="1"/>
          </p:cNvSpPr>
          <p:nvPr/>
        </p:nvSpPr>
        <p:spPr>
          <a:xfrm xmlns:a="http://schemas.openxmlformats.org/drawingml/2006/main">
            <a:off x="8458200" y="3667125"/>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00" b="1">
                <a:solidFill>
                  <a:srgbClr val="A74335"/>
                </a:solidFill>
                <a:latin typeface="PingFang SC"/>
                <a:ea typeface="PingFang SC"/>
                <a:cs typeface="PingFang SC"/>
              </a:defRPr>
            </a:pPr>
            <a:r>
              <a:rPr sz="2100" b="1">
                <a:solidFill>
                  <a:srgbClr val="A74335"/>
                </a:solidFill>
                <a:latin typeface="PingFang SC"/>
                <a:ea typeface="PingFang SC"/>
                <a:cs typeface="PingFang SC"/>
              </a:rPr>
              <a:t>↓</a:t>
            </a:r>
          </a:p>
        </p:txBody>
      </p:sp>
      <p:sp>
        <p:nvSpPr>
          <p:cNvPr id="58" name="rect-0222">
            <a:extLst xmlns:a="http://schemas.openxmlformats.org/drawingml/2006/main">
              <a:ext uri="{FF2B5EF4-FFF2-40B4-BE49-F238E27FC236}">
                <a16:creationId xmlns:a16="http://schemas.microsoft.com/office/drawing/2014/main" id="{3D3B797B-C199-4AB7-AFEF-B2203DB3BA81}"/>
              </a:ext>
            </a:extLst>
          </p:cNvPr>
          <p:cNvSpPr>
            <a:spLocks xmlns:a="http://schemas.openxmlformats.org/drawingml/2006/main" noGrp="1"/>
          </p:cNvSpPr>
          <p:nvPr/>
        </p:nvSpPr>
        <p:spPr>
          <a:xfrm xmlns:a="http://schemas.openxmlformats.org/drawingml/2006/main">
            <a:off x="6496050" y="4095750"/>
            <a:ext cx="4248150" cy="876300"/>
          </a:xfrm>
          <a:prstGeom xmlns:a="http://schemas.openxmlformats.org/drawingml/2006/main" prst="rect">
            <a:avLst/>
          </a:prstGeom>
          <a:solidFill xmlns:a="http://schemas.openxmlformats.org/drawingml/2006/main">
            <a:srgbClr val="F2DDD6"/>
          </a:solidFill>
          <a:ln xmlns:a="http://schemas.openxmlformats.org/drawingml/2006/main" w="9525">
            <a:solidFill>
              <a:srgbClr val="A74335"/>
            </a:solidFill>
            <a:prstDash val="solid"/>
          </a:ln>
        </p:spPr>
      </p:sp>
      <p:sp>
        <p:nvSpPr>
          <p:cNvPr id="59" name="text-0223">
            <a:extLst xmlns:a="http://schemas.openxmlformats.org/drawingml/2006/main">
              <a:ext uri="{FF2B5EF4-FFF2-40B4-BE49-F238E27FC236}">
                <a16:creationId xmlns:a16="http://schemas.microsoft.com/office/drawing/2014/main" id="{79861AE9-2E19-4FA5-BAFA-944982F8E7A6}"/>
              </a:ext>
            </a:extLst>
          </p:cNvPr>
          <p:cNvSpPr>
            <a:spLocks xmlns:a="http://schemas.openxmlformats.org/drawingml/2006/main" noGrp="1"/>
          </p:cNvSpPr>
          <p:nvPr/>
        </p:nvSpPr>
        <p:spPr>
          <a:xfrm xmlns:a="http://schemas.openxmlformats.org/drawingml/2006/main">
            <a:off x="6781800" y="4267200"/>
            <a:ext cx="3676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A74335"/>
                </a:solidFill>
                <a:latin typeface="PingFang SC"/>
                <a:ea typeface="PingFang SC"/>
                <a:cs typeface="PingFang SC"/>
              </a:defRPr>
            </a:pPr>
            <a:r>
              <a:rPr sz="1650" b="1">
                <a:solidFill>
                  <a:srgbClr val="A74335"/>
                </a:solidFill>
                <a:latin typeface="PingFang SC"/>
                <a:ea typeface="PingFang SC"/>
                <a:cs typeface="PingFang SC"/>
              </a:rPr>
              <a:t>多数仍在加速既有工作</a:t>
            </a:r>
          </a:p>
          <a:p xmlns:a="http://schemas.openxmlformats.org/drawingml/2006/main">
            <a:pPr algn="ctr">
              <a:defRPr sz="1650" b="1">
                <a:solidFill>
                  <a:srgbClr val="A74335"/>
                </a:solidFill>
                <a:latin typeface="PingFang SC"/>
                <a:ea typeface="PingFang SC"/>
                <a:cs typeface="PingFang SC"/>
              </a:defRPr>
            </a:pPr>
            <a:r>
              <a:rPr sz="1650" b="1">
                <a:solidFill>
                  <a:srgbClr val="A74335"/>
                </a:solidFill>
                <a:latin typeface="PingFang SC"/>
                <a:ea typeface="PingFang SC"/>
                <a:cs typeface="PingFang SC"/>
              </a:rPr>
              <a:t>AI原生增量需求尚未充分形成</a:t>
            </a:r>
          </a:p>
        </p:txBody>
      </p:sp>
      <p:sp>
        <p:nvSpPr>
          <p:cNvPr id="60" name="rect-0224">
            <a:extLst xmlns:a="http://schemas.openxmlformats.org/drawingml/2006/main">
              <a:ext uri="{FF2B5EF4-FFF2-40B4-BE49-F238E27FC236}">
                <a16:creationId xmlns:a16="http://schemas.microsoft.com/office/drawing/2014/main" id="{EB147E2F-3ED9-4E99-830A-A8371FD9015A}"/>
              </a:ext>
            </a:extLst>
          </p:cNvPr>
          <p:cNvSpPr>
            <a:spLocks xmlns:a="http://schemas.openxmlformats.org/drawingml/2006/main" noGrp="1"/>
          </p:cNvSpPr>
          <p:nvPr/>
        </p:nvSpPr>
        <p:spPr>
          <a:xfrm xmlns:a="http://schemas.openxmlformats.org/drawingml/2006/main">
            <a:off x="685800" y="5467350"/>
            <a:ext cx="10820400" cy="742950"/>
          </a:xfrm>
          <a:prstGeom xmlns:a="http://schemas.openxmlformats.org/drawingml/2006/main" prst="rect">
            <a:avLst/>
          </a:prstGeom>
          <a:solidFill xmlns:a="http://schemas.openxmlformats.org/drawingml/2006/main">
            <a:srgbClr val="FFFDF8"/>
          </a:solidFill>
          <a:ln xmlns:a="http://schemas.openxmlformats.org/drawingml/2006/main" w="0">
            <a:solidFill>
              <a:srgbClr val="D8D2C5"/>
            </a:solidFill>
            <a:prstDash val="solid"/>
          </a:ln>
        </p:spPr>
      </p:sp>
      <p:sp>
        <p:nvSpPr>
          <p:cNvPr id="61" name="rect-0225">
            <a:extLst xmlns:a="http://schemas.openxmlformats.org/drawingml/2006/main">
              <a:ext uri="{FF2B5EF4-FFF2-40B4-BE49-F238E27FC236}">
                <a16:creationId xmlns:a16="http://schemas.microsoft.com/office/drawing/2014/main" id="{78489E4C-88B1-41ED-8A4A-8B5AA3E8118A}"/>
              </a:ext>
            </a:extLst>
          </p:cNvPr>
          <p:cNvSpPr>
            <a:spLocks xmlns:a="http://schemas.openxmlformats.org/drawingml/2006/main" noGrp="1"/>
          </p:cNvSpPr>
          <p:nvPr/>
        </p:nvSpPr>
        <p:spPr>
          <a:xfrm xmlns:a="http://schemas.openxmlformats.org/drawingml/2006/main">
            <a:off x="685800" y="5467350"/>
            <a:ext cx="57150" cy="74295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62" name="text-0226">
            <a:extLst xmlns:a="http://schemas.openxmlformats.org/drawingml/2006/main">
              <a:ext uri="{FF2B5EF4-FFF2-40B4-BE49-F238E27FC236}">
                <a16:creationId xmlns:a16="http://schemas.microsoft.com/office/drawing/2014/main" id="{EB1C34F4-04EF-474C-89A3-DF9220DBE3F0}"/>
              </a:ext>
            </a:extLst>
          </p:cNvPr>
          <p:cNvSpPr>
            <a:spLocks xmlns:a="http://schemas.openxmlformats.org/drawingml/2006/main" noGrp="1"/>
          </p:cNvSpPr>
          <p:nvPr/>
        </p:nvSpPr>
        <p:spPr>
          <a:xfrm xmlns:a="http://schemas.openxmlformats.org/drawingml/2006/main">
            <a:off x="933450" y="5610225"/>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182338"/>
                </a:solidFill>
                <a:latin typeface="PingFang SC"/>
                <a:ea typeface="PingFang SC"/>
                <a:cs typeface="PingFang SC"/>
              </a:defRPr>
            </a:pPr>
            <a:r>
              <a:rPr sz="1800" b="1">
                <a:solidFill>
                  <a:srgbClr val="182338"/>
                </a:solidFill>
                <a:latin typeface="PingFang SC"/>
                <a:ea typeface="PingFang SC"/>
                <a:cs typeface="PingFang SC"/>
              </a:rPr>
              <a:t>最大的机会，不只是把旧工作做快，而是创造过去不存在的新需求。</a:t>
            </a:r>
          </a:p>
        </p:txBody>
      </p:sp>
      <p:sp>
        <p:nvSpPr>
          <p:cNvPr id="63" name="text-0227">
            <a:extLst xmlns:a="http://schemas.openxmlformats.org/drawingml/2006/main">
              <a:ext uri="{FF2B5EF4-FFF2-40B4-BE49-F238E27FC236}">
                <a16:creationId xmlns:a16="http://schemas.microsoft.com/office/drawing/2014/main" id="{7E246ADE-B026-4723-939D-5458826E0A50}"/>
              </a:ext>
            </a:extLst>
          </p:cNvPr>
          <p:cNvSpPr>
            <a:spLocks xmlns:a="http://schemas.openxmlformats.org/drawingml/2006/main" noGrp="1"/>
          </p:cNvSpPr>
          <p:nvPr/>
        </p:nvSpPr>
        <p:spPr>
          <a:xfrm xmlns:a="http://schemas.openxmlformats.org/drawingml/2006/main">
            <a:off x="685800" y="636270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87287"/>
                </a:solidFill>
                <a:latin typeface="PingFang SC"/>
                <a:ea typeface="PingFang SC"/>
                <a:cs typeface="PingFang SC"/>
              </a:defRPr>
            </a:pPr>
            <a:r>
              <a:rPr sz="825" b="0">
                <a:solidFill>
                  <a:srgbClr val="687287"/>
                </a:solidFill>
                <a:latin typeface="PingFang SC"/>
                <a:ea typeface="PingFang SC"/>
                <a:cs typeface="PingFang SC"/>
              </a:rPr>
              <a:t>瓦特改良蒸汽机与珍妮纺纱机是同一时代的不同技术路径；这里是类比，不是严格因果顺序。</a:t>
            </a:r>
          </a:p>
        </p:txBody>
      </p:sp>
    </p:spTree>
    <p:extLst>
      <p:ext uri="{BB962C8B-B14F-4D97-AF65-F5344CB8AC3E}">
        <p14:creationId xmlns:p14="http://schemas.microsoft.com/office/powerpoint/2010/main" val="1284348443"/>
      </p:ext>
    </p:extLst>
  </p:cSld>
</p:sld>
</file>

<file path=ppt/slides/slide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5" name="rect-0228">
            <a:extLst xmlns:a="http://schemas.openxmlformats.org/drawingml/2006/main">
              <a:ext uri="{FF2B5EF4-FFF2-40B4-BE49-F238E27FC236}">
                <a16:creationId xmlns:a16="http://schemas.microsoft.com/office/drawing/2014/main" id="{09D62E44-ED78-4959-9292-61A951FA2528}"/>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 name="rect-0229">
            <a:extLst xmlns:a="http://schemas.openxmlformats.org/drawingml/2006/main">
              <a:ext uri="{FF2B5EF4-FFF2-40B4-BE49-F238E27FC236}">
                <a16:creationId xmlns:a16="http://schemas.microsoft.com/office/drawing/2014/main" id="{955A9A04-AD3B-4EE5-BCD1-A2D134204A8B}"/>
              </a:ext>
            </a:extLst>
          </p:cNvPr>
          <p:cNvSpPr>
            <a:spLocks xmlns:a="http://schemas.openxmlformats.org/drawingml/2006/main" noGrp="1"/>
          </p:cNvSpPr>
          <p:nvPr/>
        </p:nvSpPr>
        <p:spPr>
          <a:xfrm xmlns:a="http://schemas.openxmlformats.org/drawingml/2006/main">
            <a:off x="838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3" name="rect-0230">
            <a:extLst xmlns:a="http://schemas.openxmlformats.org/drawingml/2006/main">
              <a:ext uri="{FF2B5EF4-FFF2-40B4-BE49-F238E27FC236}">
                <a16:creationId xmlns:a16="http://schemas.microsoft.com/office/drawing/2014/main" id="{290D3220-F2EB-4B6A-9988-D88C609493D3}"/>
              </a:ext>
            </a:extLst>
          </p:cNvPr>
          <p:cNvSpPr>
            <a:spLocks xmlns:a="http://schemas.openxmlformats.org/drawingml/2006/main" noGrp="1"/>
          </p:cNvSpPr>
          <p:nvPr/>
        </p:nvSpPr>
        <p:spPr>
          <a:xfrm xmlns:a="http://schemas.openxmlformats.org/drawingml/2006/main">
            <a:off x="1676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4" name="rect-0231">
            <a:extLst xmlns:a="http://schemas.openxmlformats.org/drawingml/2006/main">
              <a:ext uri="{FF2B5EF4-FFF2-40B4-BE49-F238E27FC236}">
                <a16:creationId xmlns:a16="http://schemas.microsoft.com/office/drawing/2014/main" id="{A70DF88B-EBA3-4FAE-8FC5-324B3D178FB1}"/>
              </a:ext>
            </a:extLst>
          </p:cNvPr>
          <p:cNvSpPr>
            <a:spLocks xmlns:a="http://schemas.openxmlformats.org/drawingml/2006/main" noGrp="1"/>
          </p:cNvSpPr>
          <p:nvPr/>
        </p:nvSpPr>
        <p:spPr>
          <a:xfrm xmlns:a="http://schemas.openxmlformats.org/drawingml/2006/main">
            <a:off x="2514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5" name="rect-0232">
            <a:extLst xmlns:a="http://schemas.openxmlformats.org/drawingml/2006/main">
              <a:ext uri="{FF2B5EF4-FFF2-40B4-BE49-F238E27FC236}">
                <a16:creationId xmlns:a16="http://schemas.microsoft.com/office/drawing/2014/main" id="{33130A4B-F71B-4461-87B1-CEB8924ED3C5}"/>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6" name="rect-0233">
            <a:extLst xmlns:a="http://schemas.openxmlformats.org/drawingml/2006/main">
              <a:ext uri="{FF2B5EF4-FFF2-40B4-BE49-F238E27FC236}">
                <a16:creationId xmlns:a16="http://schemas.microsoft.com/office/drawing/2014/main" id="{BC37EA14-00D7-44E3-B036-1AB68A677B6F}"/>
              </a:ext>
            </a:extLst>
          </p:cNvPr>
          <p:cNvSpPr>
            <a:spLocks xmlns:a="http://schemas.openxmlformats.org/drawingml/2006/main" noGrp="1"/>
          </p:cNvSpPr>
          <p:nvPr/>
        </p:nvSpPr>
        <p:spPr>
          <a:xfrm xmlns:a="http://schemas.openxmlformats.org/drawingml/2006/main">
            <a:off x="4191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7" name="rect-0234">
            <a:extLst xmlns:a="http://schemas.openxmlformats.org/drawingml/2006/main">
              <a:ext uri="{FF2B5EF4-FFF2-40B4-BE49-F238E27FC236}">
                <a16:creationId xmlns:a16="http://schemas.microsoft.com/office/drawing/2014/main" id="{3BA12375-3F6C-4A6C-A0D2-02E8E0E95DDB}"/>
              </a:ext>
            </a:extLst>
          </p:cNvPr>
          <p:cNvSpPr>
            <a:spLocks xmlns:a="http://schemas.openxmlformats.org/drawingml/2006/main" noGrp="1"/>
          </p:cNvSpPr>
          <p:nvPr/>
        </p:nvSpPr>
        <p:spPr>
          <a:xfrm xmlns:a="http://schemas.openxmlformats.org/drawingml/2006/main">
            <a:off x="5029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8" name="rect-0235">
            <a:extLst xmlns:a="http://schemas.openxmlformats.org/drawingml/2006/main">
              <a:ext uri="{FF2B5EF4-FFF2-40B4-BE49-F238E27FC236}">
                <a16:creationId xmlns:a16="http://schemas.microsoft.com/office/drawing/2014/main" id="{1A4E00E6-C1B9-43EE-90CF-1DFD032E75FA}"/>
              </a:ext>
            </a:extLst>
          </p:cNvPr>
          <p:cNvSpPr>
            <a:spLocks xmlns:a="http://schemas.openxmlformats.org/drawingml/2006/main" noGrp="1"/>
          </p:cNvSpPr>
          <p:nvPr/>
        </p:nvSpPr>
        <p:spPr>
          <a:xfrm xmlns:a="http://schemas.openxmlformats.org/drawingml/2006/main">
            <a:off x="5867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9" name="rect-0236">
            <a:extLst xmlns:a="http://schemas.openxmlformats.org/drawingml/2006/main">
              <a:ext uri="{FF2B5EF4-FFF2-40B4-BE49-F238E27FC236}">
                <a16:creationId xmlns:a16="http://schemas.microsoft.com/office/drawing/2014/main" id="{10C25DA4-7AF2-4740-BDD3-7C564D35E48F}"/>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0" name="rect-0237">
            <a:extLst xmlns:a="http://schemas.openxmlformats.org/drawingml/2006/main">
              <a:ext uri="{FF2B5EF4-FFF2-40B4-BE49-F238E27FC236}">
                <a16:creationId xmlns:a16="http://schemas.microsoft.com/office/drawing/2014/main" id="{B624DF51-04AE-408C-9B5C-B0DC01F5040B}"/>
              </a:ext>
            </a:extLst>
          </p:cNvPr>
          <p:cNvSpPr>
            <a:spLocks xmlns:a="http://schemas.openxmlformats.org/drawingml/2006/main" noGrp="1"/>
          </p:cNvSpPr>
          <p:nvPr/>
        </p:nvSpPr>
        <p:spPr>
          <a:xfrm xmlns:a="http://schemas.openxmlformats.org/drawingml/2006/main">
            <a:off x="7543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1" name="rect-0238">
            <a:extLst xmlns:a="http://schemas.openxmlformats.org/drawingml/2006/main">
              <a:ext uri="{FF2B5EF4-FFF2-40B4-BE49-F238E27FC236}">
                <a16:creationId xmlns:a16="http://schemas.microsoft.com/office/drawing/2014/main" id="{25030498-36FE-480B-B8A8-222CA12DF29D}"/>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2" name="rect-0239">
            <a:extLst xmlns:a="http://schemas.openxmlformats.org/drawingml/2006/main">
              <a:ext uri="{FF2B5EF4-FFF2-40B4-BE49-F238E27FC236}">
                <a16:creationId xmlns:a16="http://schemas.microsoft.com/office/drawing/2014/main" id="{63FCA51C-4403-4C74-B7AE-8F458C4250A7}"/>
              </a:ext>
            </a:extLst>
          </p:cNvPr>
          <p:cNvSpPr>
            <a:spLocks xmlns:a="http://schemas.openxmlformats.org/drawingml/2006/main" noGrp="1"/>
          </p:cNvSpPr>
          <p:nvPr/>
        </p:nvSpPr>
        <p:spPr>
          <a:xfrm xmlns:a="http://schemas.openxmlformats.org/drawingml/2006/main">
            <a:off x="9220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3" name="rect-0240">
            <a:extLst xmlns:a="http://schemas.openxmlformats.org/drawingml/2006/main">
              <a:ext uri="{FF2B5EF4-FFF2-40B4-BE49-F238E27FC236}">
                <a16:creationId xmlns:a16="http://schemas.microsoft.com/office/drawing/2014/main" id="{D92DBCAB-B418-441D-A2DA-88F410309E91}"/>
              </a:ext>
            </a:extLst>
          </p:cNvPr>
          <p:cNvSpPr>
            <a:spLocks xmlns:a="http://schemas.openxmlformats.org/drawingml/2006/main" noGrp="1"/>
          </p:cNvSpPr>
          <p:nvPr/>
        </p:nvSpPr>
        <p:spPr>
          <a:xfrm xmlns:a="http://schemas.openxmlformats.org/drawingml/2006/main">
            <a:off x="10058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4" name="rect-0241">
            <a:extLst xmlns:a="http://schemas.openxmlformats.org/drawingml/2006/main">
              <a:ext uri="{FF2B5EF4-FFF2-40B4-BE49-F238E27FC236}">
                <a16:creationId xmlns:a16="http://schemas.microsoft.com/office/drawing/2014/main" id="{BF506613-3F91-490D-A37B-4046D7A2A9D6}"/>
              </a:ext>
            </a:extLst>
          </p:cNvPr>
          <p:cNvSpPr>
            <a:spLocks xmlns:a="http://schemas.openxmlformats.org/drawingml/2006/main" noGrp="1"/>
          </p:cNvSpPr>
          <p:nvPr/>
        </p:nvSpPr>
        <p:spPr>
          <a:xfrm xmlns:a="http://schemas.openxmlformats.org/drawingml/2006/main">
            <a:off x="10896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5" name="rect-0242">
            <a:extLst xmlns:a="http://schemas.openxmlformats.org/drawingml/2006/main">
              <a:ext uri="{FF2B5EF4-FFF2-40B4-BE49-F238E27FC236}">
                <a16:creationId xmlns:a16="http://schemas.microsoft.com/office/drawing/2014/main" id="{E350481C-854E-4E7E-8358-642A10890FFA}"/>
              </a:ext>
            </a:extLst>
          </p:cNvPr>
          <p:cNvSpPr>
            <a:spLocks xmlns:a="http://schemas.openxmlformats.org/drawingml/2006/main" noGrp="1"/>
          </p:cNvSpPr>
          <p:nvPr/>
        </p:nvSpPr>
        <p:spPr>
          <a:xfrm xmlns:a="http://schemas.openxmlformats.org/drawingml/2006/main">
            <a:off x="11734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6" name="rect-0243">
            <a:extLst xmlns:a="http://schemas.openxmlformats.org/drawingml/2006/main">
              <a:ext uri="{FF2B5EF4-FFF2-40B4-BE49-F238E27FC236}">
                <a16:creationId xmlns:a16="http://schemas.microsoft.com/office/drawing/2014/main" id="{3D133476-F776-4D1C-8E5B-3A627D78248B}"/>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7" name="rect-0244">
            <a:extLst xmlns:a="http://schemas.openxmlformats.org/drawingml/2006/main">
              <a:ext uri="{FF2B5EF4-FFF2-40B4-BE49-F238E27FC236}">
                <a16:creationId xmlns:a16="http://schemas.microsoft.com/office/drawing/2014/main" id="{157627C6-2340-435F-B9AD-A22AE2C9D267}"/>
              </a:ext>
            </a:extLst>
          </p:cNvPr>
          <p:cNvSpPr>
            <a:spLocks xmlns:a="http://schemas.openxmlformats.org/drawingml/2006/main" noGrp="1"/>
          </p:cNvSpPr>
          <p:nvPr/>
        </p:nvSpPr>
        <p:spPr>
          <a:xfrm xmlns:a="http://schemas.openxmlformats.org/drawingml/2006/main">
            <a:off x="0" y="838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8" name="rect-0245">
            <a:extLst xmlns:a="http://schemas.openxmlformats.org/drawingml/2006/main">
              <a:ext uri="{FF2B5EF4-FFF2-40B4-BE49-F238E27FC236}">
                <a16:creationId xmlns:a16="http://schemas.microsoft.com/office/drawing/2014/main" id="{108B6B78-86FA-4FF6-BBB7-F5BD149B241F}"/>
              </a:ext>
            </a:extLst>
          </p:cNvPr>
          <p:cNvSpPr>
            <a:spLocks xmlns:a="http://schemas.openxmlformats.org/drawingml/2006/main" noGrp="1"/>
          </p:cNvSpPr>
          <p:nvPr/>
        </p:nvSpPr>
        <p:spPr>
          <a:xfrm xmlns:a="http://schemas.openxmlformats.org/drawingml/2006/main">
            <a:off x="0" y="1676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9" name="rect-0246">
            <a:extLst xmlns:a="http://schemas.openxmlformats.org/drawingml/2006/main">
              <a:ext uri="{FF2B5EF4-FFF2-40B4-BE49-F238E27FC236}">
                <a16:creationId xmlns:a16="http://schemas.microsoft.com/office/drawing/2014/main" id="{6D4576BD-DE33-46EE-8C0F-560F6A52F227}"/>
              </a:ext>
            </a:extLst>
          </p:cNvPr>
          <p:cNvSpPr>
            <a:spLocks xmlns:a="http://schemas.openxmlformats.org/drawingml/2006/main" noGrp="1"/>
          </p:cNvSpPr>
          <p:nvPr/>
        </p:nvSpPr>
        <p:spPr>
          <a:xfrm xmlns:a="http://schemas.openxmlformats.org/drawingml/2006/main">
            <a:off x="0" y="2514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0" name="rect-0247">
            <a:extLst xmlns:a="http://schemas.openxmlformats.org/drawingml/2006/main">
              <a:ext uri="{FF2B5EF4-FFF2-40B4-BE49-F238E27FC236}">
                <a16:creationId xmlns:a16="http://schemas.microsoft.com/office/drawing/2014/main" id="{A5220841-AA33-4B35-9A81-BE32A05A0ACB}"/>
              </a:ext>
            </a:extLst>
          </p:cNvPr>
          <p:cNvSpPr>
            <a:spLocks xmlns:a="http://schemas.openxmlformats.org/drawingml/2006/main" noGrp="1"/>
          </p:cNvSpPr>
          <p:nvPr/>
        </p:nvSpPr>
        <p:spPr>
          <a:xfrm xmlns:a="http://schemas.openxmlformats.org/drawingml/2006/main">
            <a:off x="0" y="33528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1" name="rect-0248">
            <a:extLst xmlns:a="http://schemas.openxmlformats.org/drawingml/2006/main">
              <a:ext uri="{FF2B5EF4-FFF2-40B4-BE49-F238E27FC236}">
                <a16:creationId xmlns:a16="http://schemas.microsoft.com/office/drawing/2014/main" id="{66B09BC7-B186-4656-83B3-AFE9CAEAEE3A}"/>
              </a:ext>
            </a:extLst>
          </p:cNvPr>
          <p:cNvSpPr>
            <a:spLocks xmlns:a="http://schemas.openxmlformats.org/drawingml/2006/main" noGrp="1"/>
          </p:cNvSpPr>
          <p:nvPr/>
        </p:nvSpPr>
        <p:spPr>
          <a:xfrm xmlns:a="http://schemas.openxmlformats.org/drawingml/2006/main">
            <a:off x="0" y="41910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2" name="rect-0249">
            <a:extLst xmlns:a="http://schemas.openxmlformats.org/drawingml/2006/main">
              <a:ext uri="{FF2B5EF4-FFF2-40B4-BE49-F238E27FC236}">
                <a16:creationId xmlns:a16="http://schemas.microsoft.com/office/drawing/2014/main" id="{37AA4711-13DD-4F0D-86B0-118B5FE50050}"/>
              </a:ext>
            </a:extLst>
          </p:cNvPr>
          <p:cNvSpPr>
            <a:spLocks xmlns:a="http://schemas.openxmlformats.org/drawingml/2006/main" noGrp="1"/>
          </p:cNvSpPr>
          <p:nvPr/>
        </p:nvSpPr>
        <p:spPr>
          <a:xfrm xmlns:a="http://schemas.openxmlformats.org/drawingml/2006/main">
            <a:off x="0" y="5029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3" name="rect-0250">
            <a:extLst xmlns:a="http://schemas.openxmlformats.org/drawingml/2006/main">
              <a:ext uri="{FF2B5EF4-FFF2-40B4-BE49-F238E27FC236}">
                <a16:creationId xmlns:a16="http://schemas.microsoft.com/office/drawing/2014/main" id="{069D82A2-E0B4-4B66-8D5B-CA46512BD25C}"/>
              </a:ext>
            </a:extLst>
          </p:cNvPr>
          <p:cNvSpPr>
            <a:spLocks xmlns:a="http://schemas.openxmlformats.org/drawingml/2006/main" noGrp="1"/>
          </p:cNvSpPr>
          <p:nvPr/>
        </p:nvSpPr>
        <p:spPr>
          <a:xfrm xmlns:a="http://schemas.openxmlformats.org/drawingml/2006/main">
            <a:off x="0" y="5867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4" name="rect-0251">
            <a:extLst xmlns:a="http://schemas.openxmlformats.org/drawingml/2006/main">
              <a:ext uri="{FF2B5EF4-FFF2-40B4-BE49-F238E27FC236}">
                <a16:creationId xmlns:a16="http://schemas.microsoft.com/office/drawing/2014/main" id="{FFD9EB66-62D7-4E9A-A8B7-A452267CCFA0}"/>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5" name="rect-0252">
            <a:extLst xmlns:a="http://schemas.openxmlformats.org/drawingml/2006/main">
              <a:ext uri="{FF2B5EF4-FFF2-40B4-BE49-F238E27FC236}">
                <a16:creationId xmlns:a16="http://schemas.microsoft.com/office/drawing/2014/main" id="{E4F29038-2932-47FB-806F-31B5CFEF11F3}"/>
              </a:ext>
            </a:extLst>
          </p:cNvPr>
          <p:cNvSpPr>
            <a:spLocks xmlns:a="http://schemas.openxmlformats.org/drawingml/2006/main" noGrp="1"/>
          </p:cNvSpPr>
          <p:nvPr/>
        </p:nvSpPr>
        <p:spPr>
          <a:xfrm xmlns:a="http://schemas.openxmlformats.org/drawingml/2006/main">
            <a:off x="0" y="0"/>
            <a:ext cx="3171825" cy="7620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26" name="rect-0253">
            <a:extLst xmlns:a="http://schemas.openxmlformats.org/drawingml/2006/main">
              <a:ext uri="{FF2B5EF4-FFF2-40B4-BE49-F238E27FC236}">
                <a16:creationId xmlns:a16="http://schemas.microsoft.com/office/drawing/2014/main" id="{CD2B47F5-B01E-4F2D-BD00-787B6B7FDA83}"/>
              </a:ext>
            </a:extLst>
          </p:cNvPr>
          <p:cNvSpPr>
            <a:spLocks xmlns:a="http://schemas.openxmlformats.org/drawingml/2006/main" noGrp="1"/>
          </p:cNvSpPr>
          <p:nvPr/>
        </p:nvSpPr>
        <p:spPr>
          <a:xfrm xmlns:a="http://schemas.openxmlformats.org/drawingml/2006/main">
            <a:off x="3171825" y="0"/>
            <a:ext cx="1952625" cy="76200"/>
          </a:xfrm>
          <a:prstGeom xmlns:a="http://schemas.openxmlformats.org/drawingml/2006/main" prst="rect">
            <a:avLst/>
          </a:prstGeom>
          <a:solidFill xmlns:a="http://schemas.openxmlformats.org/drawingml/2006/main">
            <a:srgbClr val="B8842F"/>
          </a:solidFill>
          <a:ln xmlns:a="http://schemas.openxmlformats.org/drawingml/2006/main" w="0">
            <a:noFill/>
            <a:prstDash val="solid"/>
          </a:ln>
        </p:spPr>
      </p:sp>
      <p:sp>
        <p:nvSpPr>
          <p:cNvPr id="27" name="rect-0254">
            <a:extLst xmlns:a="http://schemas.openxmlformats.org/drawingml/2006/main">
              <a:ext uri="{FF2B5EF4-FFF2-40B4-BE49-F238E27FC236}">
                <a16:creationId xmlns:a16="http://schemas.microsoft.com/office/drawing/2014/main" id="{4BD77E4C-421E-4A15-AF5F-3B60F16ADD32}"/>
              </a:ext>
            </a:extLst>
          </p:cNvPr>
          <p:cNvSpPr>
            <a:spLocks xmlns:a="http://schemas.openxmlformats.org/drawingml/2006/main" noGrp="1"/>
          </p:cNvSpPr>
          <p:nvPr/>
        </p:nvSpPr>
        <p:spPr>
          <a:xfrm xmlns:a="http://schemas.openxmlformats.org/drawingml/2006/main">
            <a:off x="5124450" y="0"/>
            <a:ext cx="7067550" cy="76200"/>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pic>
        <p:nvPicPr>
          <p:cNvPr id="92" name=""/>
          <p:cNvPicPr>
            <a:picLocks xmlns:a="http://schemas.openxmlformats.org/drawingml/2006/main" noChangeAspect="1"/>
          </p:cNvPicPr>
          <p:nvPr/>
        </p:nvPicPr>
        <p:blipFill>
          <a:blip xmlns:r="http://schemas.openxmlformats.org/officeDocument/2006/relationships" xmlns:a="http://schemas.openxmlformats.org/drawingml/2006/main" r:embed="Rb4d9c3dec2ca4a41">
            <a:extLst>
              <a:ext uri="{96DAC541-7B7A-43D3-8B79-37D633B846F1}">
                <asvg:svgBlip xmlns:asvg="http://schemas.microsoft.com/office/drawing/2016/SVG/main" r:embed="R4465727b68454ba6"/>
              </a:ext>
            </a:extLst>
          </a:blip>
          <a:stretch xmlns:a="http://schemas.openxmlformats.org/drawingml/2006/main"/>
        </p:blipFill>
        <p:spPr>
          <a:xfrm xmlns:a="http://schemas.openxmlformats.org/drawingml/2006/main">
            <a:off x="9871043" y="289560"/>
            <a:ext cx="1863757" cy="539115"/>
          </a:xfrm>
          <a:prstGeom xmlns:a="http://schemas.openxmlformats.org/drawingml/2006/main" prst="rect">
            <a:avLst/>
          </a:prstGeom>
        </p:spPr>
      </p:pic>
      <p:sp>
        <p:nvSpPr>
          <p:cNvPr id="29" name="text-0255">
            <a:extLst xmlns:a="http://schemas.openxmlformats.org/drawingml/2006/main">
              <a:ext uri="{FF2B5EF4-FFF2-40B4-BE49-F238E27FC236}">
                <a16:creationId xmlns:a16="http://schemas.microsoft.com/office/drawing/2014/main" id="{64C98023-30C7-4B84-ACE7-F24A42480C44}"/>
              </a:ext>
            </a:extLst>
          </p:cNvPr>
          <p:cNvSpPr>
            <a:spLocks xmlns:a="http://schemas.openxmlformats.org/drawingml/2006/main" noGrp="1"/>
          </p:cNvSpPr>
          <p:nvPr/>
        </p:nvSpPr>
        <p:spPr>
          <a:xfrm xmlns:a="http://schemas.openxmlformats.org/drawingml/2006/main">
            <a:off x="685800" y="6572250"/>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87287"/>
                </a:solidFill>
                <a:latin typeface="PingFang SC"/>
                <a:ea typeface="PingFang SC"/>
                <a:cs typeface="PingFang SC"/>
              </a:defRPr>
            </a:pPr>
            <a:r>
              <a:rPr sz="825" b="0">
                <a:solidFill>
                  <a:srgbClr val="687287"/>
                </a:solidFill>
                <a:latin typeface="PingFang SC"/>
                <a:ea typeface="PingFang SC"/>
                <a:cs typeface="PingFang SC"/>
              </a:rPr>
              <a:t>开放东方 · AI使用培训</a:t>
            </a:r>
          </a:p>
        </p:txBody>
      </p:sp>
      <p:sp>
        <p:nvSpPr>
          <p:cNvPr id="30" name="text-0256">
            <a:extLst xmlns:a="http://schemas.openxmlformats.org/drawingml/2006/main">
              <a:ext uri="{FF2B5EF4-FFF2-40B4-BE49-F238E27FC236}">
                <a16:creationId xmlns:a16="http://schemas.microsoft.com/office/drawing/2014/main" id="{9DDE09C8-B8E7-4331-A142-51F01D844580}"/>
              </a:ext>
            </a:extLst>
          </p:cNvPr>
          <p:cNvSpPr>
            <a:spLocks xmlns:a="http://schemas.openxmlformats.org/drawingml/2006/main" noGrp="1"/>
          </p:cNvSpPr>
          <p:nvPr/>
        </p:nvSpPr>
        <p:spPr>
          <a:xfrm xmlns:a="http://schemas.openxmlformats.org/drawingml/2006/main">
            <a:off x="11239500" y="65151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A74335"/>
                </a:solidFill>
                <a:latin typeface="PingFang SC"/>
                <a:ea typeface="PingFang SC"/>
                <a:cs typeface="PingFang SC"/>
              </a:defRPr>
            </a:pPr>
            <a:r>
              <a:rPr sz="975" b="1">
                <a:solidFill>
                  <a:srgbClr val="A74335"/>
                </a:solidFill>
                <a:latin typeface="PingFang SC"/>
                <a:ea typeface="PingFang SC"/>
                <a:cs typeface="PingFang SC"/>
              </a:rPr>
              <a:t>05</a:t>
            </a:r>
          </a:p>
        </p:txBody>
      </p:sp>
      <p:sp>
        <p:nvSpPr>
          <p:cNvPr id="31" name="rect-0257">
            <a:extLst xmlns:a="http://schemas.openxmlformats.org/drawingml/2006/main">
              <a:ext uri="{FF2B5EF4-FFF2-40B4-BE49-F238E27FC236}">
                <a16:creationId xmlns:a16="http://schemas.microsoft.com/office/drawing/2014/main" id="{1193A96C-81DD-4816-B00E-D7556CAD3C1E}"/>
              </a:ext>
            </a:extLst>
          </p:cNvPr>
          <p:cNvSpPr>
            <a:spLocks xmlns:a="http://schemas.openxmlformats.org/drawingml/2006/main" noGrp="1"/>
          </p:cNvSpPr>
          <p:nvPr/>
        </p:nvSpPr>
        <p:spPr>
          <a:xfrm xmlns:a="http://schemas.openxmlformats.org/drawingml/2006/main">
            <a:off x="685800" y="619125"/>
            <a:ext cx="323850" cy="28575"/>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32" name="text-0258">
            <a:extLst xmlns:a="http://schemas.openxmlformats.org/drawingml/2006/main">
              <a:ext uri="{FF2B5EF4-FFF2-40B4-BE49-F238E27FC236}">
                <a16:creationId xmlns:a16="http://schemas.microsoft.com/office/drawing/2014/main" id="{09EC38C7-9547-4D2D-A070-609CBD2011FC}"/>
              </a:ext>
            </a:extLst>
          </p:cNvPr>
          <p:cNvSpPr>
            <a:spLocks xmlns:a="http://schemas.openxmlformats.org/drawingml/2006/main" noGrp="1"/>
          </p:cNvSpPr>
          <p:nvPr/>
        </p:nvSpPr>
        <p:spPr>
          <a:xfrm xmlns:a="http://schemas.openxmlformats.org/drawingml/2006/main">
            <a:off x="1123950" y="504825"/>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335"/>
                </a:solidFill>
                <a:latin typeface="PingFang SC"/>
                <a:ea typeface="PingFang SC"/>
                <a:cs typeface="PingFang SC"/>
              </a:defRPr>
            </a:pPr>
            <a:r>
              <a:rPr sz="1125" b="1">
                <a:solidFill>
                  <a:srgbClr val="A74335"/>
                </a:solidFill>
                <a:latin typeface="PingFang SC"/>
                <a:ea typeface="PingFang SC"/>
                <a:cs typeface="PingFang SC"/>
              </a:rPr>
              <a:t>04 · 左边是AI，右边是人</a:t>
            </a:r>
          </a:p>
        </p:txBody>
      </p:sp>
      <p:sp>
        <p:nvSpPr>
          <p:cNvPr id="33" name="text-0259">
            <a:extLst xmlns:a="http://schemas.openxmlformats.org/drawingml/2006/main">
              <a:ext uri="{FF2B5EF4-FFF2-40B4-BE49-F238E27FC236}">
                <a16:creationId xmlns:a16="http://schemas.microsoft.com/office/drawing/2014/main" id="{6A5285FD-7324-45D8-9A70-6B6CD986C036}"/>
              </a:ext>
            </a:extLst>
          </p:cNvPr>
          <p:cNvSpPr>
            <a:spLocks xmlns:a="http://schemas.openxmlformats.org/drawingml/2006/main" noGrp="1"/>
          </p:cNvSpPr>
          <p:nvPr/>
        </p:nvSpPr>
        <p:spPr>
          <a:xfrm xmlns:a="http://schemas.openxmlformats.org/drawingml/2006/main">
            <a:off x="685800" y="981075"/>
            <a:ext cx="108204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029"/>
          </a:bodyPr>
          <a:lstStyle xmlns:a="http://schemas.openxmlformats.org/drawingml/2006/main"/>
          <a:p xmlns:a="http://schemas.openxmlformats.org/drawingml/2006/main">
            <a:pPr algn="l">
              <a:lnSpc>
                <a:spcPct val="95000"/>
              </a:lnSpc>
              <a:buNone/>
              <a:defRPr sz="3600" b="1">
                <a:solidFill>
                  <a:srgbClr val="182338"/>
                </a:solidFill>
                <a:latin typeface="Songti SC"/>
                <a:ea typeface="Songti SC"/>
                <a:cs typeface="Songti SC"/>
              </a:defRPr>
            </a:pPr>
            <a:r>
              <a:rPr sz="3600" b="1">
                <a:solidFill>
                  <a:srgbClr val="182338"/>
                </a:solidFill>
                <a:latin typeface="Songti SC"/>
                <a:ea typeface="Songti SC"/>
                <a:cs typeface="Songti SC"/>
              </a:rPr>
              <a:t>先用一个最直观的比喻，</a:t>
            </a:r>
          </a:p>
          <a:p xmlns:a="http://schemas.openxmlformats.org/drawingml/2006/main">
            <a:pPr algn="l">
              <a:lnSpc>
                <a:spcPct val="95000"/>
              </a:lnSpc>
              <a:buNone/>
              <a:defRPr sz="3600" b="1">
                <a:solidFill>
                  <a:srgbClr val="182338"/>
                </a:solidFill>
                <a:latin typeface="Songti SC"/>
                <a:ea typeface="Songti SC"/>
                <a:cs typeface="Songti SC"/>
              </a:defRPr>
            </a:pPr>
            <a:r>
              <a:rPr sz="3600" b="1">
                <a:solidFill>
                  <a:srgbClr val="182338"/>
                </a:solidFill>
                <a:latin typeface="Songti SC"/>
                <a:ea typeface="Songti SC"/>
                <a:cs typeface="Songti SC"/>
              </a:rPr>
              <a:t>理解大模型和Agent</a:t>
            </a:r>
          </a:p>
        </p:txBody>
      </p:sp>
      <p:sp>
        <p:nvSpPr>
          <p:cNvPr id="34" name="text-0260">
            <a:extLst xmlns:a="http://schemas.openxmlformats.org/drawingml/2006/main">
              <a:ext uri="{FF2B5EF4-FFF2-40B4-BE49-F238E27FC236}">
                <a16:creationId xmlns:a16="http://schemas.microsoft.com/office/drawing/2014/main" id="{49AC1A59-703D-454D-83E0-D07A5ACA84AE}"/>
              </a:ext>
            </a:extLst>
          </p:cNvPr>
          <p:cNvSpPr>
            <a:spLocks xmlns:a="http://schemas.openxmlformats.org/drawingml/2006/main" noGrp="1"/>
          </p:cNvSpPr>
          <p:nvPr/>
        </p:nvSpPr>
        <p:spPr>
          <a:xfrm xmlns:a="http://schemas.openxmlformats.org/drawingml/2006/main">
            <a:off x="1047750" y="2238375"/>
            <a:ext cx="438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2F5F83"/>
                </a:solidFill>
                <a:latin typeface="Songti SC"/>
                <a:ea typeface="Songti SC"/>
                <a:cs typeface="Songti SC"/>
              </a:defRPr>
            </a:pPr>
            <a:r>
              <a:rPr sz="2550" b="1">
                <a:solidFill>
                  <a:srgbClr val="2F5F83"/>
                </a:solidFill>
                <a:latin typeface="Songti SC"/>
                <a:ea typeface="Songti SC"/>
                <a:cs typeface="Songti SC"/>
              </a:rPr>
              <a:t>AI智能体</a:t>
            </a:r>
          </a:p>
        </p:txBody>
      </p:sp>
      <p:sp>
        <p:nvSpPr>
          <p:cNvPr id="35" name="text-0261">
            <a:extLst xmlns:a="http://schemas.openxmlformats.org/drawingml/2006/main">
              <a:ext uri="{FF2B5EF4-FFF2-40B4-BE49-F238E27FC236}">
                <a16:creationId xmlns:a16="http://schemas.microsoft.com/office/drawing/2014/main" id="{32C12728-DFA5-4834-9009-6088FBAD9F5E}"/>
              </a:ext>
            </a:extLst>
          </p:cNvPr>
          <p:cNvSpPr>
            <a:spLocks xmlns:a="http://schemas.openxmlformats.org/drawingml/2006/main" noGrp="1"/>
          </p:cNvSpPr>
          <p:nvPr/>
        </p:nvSpPr>
        <p:spPr>
          <a:xfrm xmlns:a="http://schemas.openxmlformats.org/drawingml/2006/main">
            <a:off x="6762750" y="2238375"/>
            <a:ext cx="438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A74335"/>
                </a:solidFill>
                <a:latin typeface="Songti SC"/>
                <a:ea typeface="Songti SC"/>
                <a:cs typeface="Songti SC"/>
              </a:defRPr>
            </a:pPr>
            <a:r>
              <a:rPr sz="2550" b="1">
                <a:solidFill>
                  <a:srgbClr val="A74335"/>
                </a:solidFill>
                <a:latin typeface="Songti SC"/>
                <a:ea typeface="Songti SC"/>
                <a:cs typeface="Songti SC"/>
              </a:rPr>
              <a:t>人</a:t>
            </a:r>
          </a:p>
        </p:txBody>
      </p:sp>
      <p:sp>
        <p:nvSpPr>
          <p:cNvPr id="36" name="rect-0262">
            <a:extLst xmlns:a="http://schemas.openxmlformats.org/drawingml/2006/main">
              <a:ext uri="{FF2B5EF4-FFF2-40B4-BE49-F238E27FC236}">
                <a16:creationId xmlns:a16="http://schemas.microsoft.com/office/drawing/2014/main" id="{73AD5766-5C2A-4B3D-ACC4-292D70287550}"/>
              </a:ext>
            </a:extLst>
          </p:cNvPr>
          <p:cNvSpPr>
            <a:spLocks xmlns:a="http://schemas.openxmlformats.org/drawingml/2006/main" noGrp="1"/>
          </p:cNvSpPr>
          <p:nvPr/>
        </p:nvSpPr>
        <p:spPr>
          <a:xfrm xmlns:a="http://schemas.openxmlformats.org/drawingml/2006/main">
            <a:off x="6000750" y="2238375"/>
            <a:ext cx="19050" cy="3048000"/>
          </a:xfrm>
          <a:prstGeom xmlns:a="http://schemas.openxmlformats.org/drawingml/2006/main" prst="rect">
            <a:avLst/>
          </a:prstGeom>
          <a:solidFill xmlns:a="http://schemas.openxmlformats.org/drawingml/2006/main">
            <a:srgbClr val="D8D2C5"/>
          </a:solidFill>
          <a:ln xmlns:a="http://schemas.openxmlformats.org/drawingml/2006/main" w="0">
            <a:noFill/>
            <a:prstDash val="solid"/>
          </a:ln>
        </p:spPr>
      </p:sp>
      <p:sp>
        <p:nvSpPr>
          <p:cNvPr id="37" name="rect-0263">
            <a:extLst xmlns:a="http://schemas.openxmlformats.org/drawingml/2006/main">
              <a:ext uri="{FF2B5EF4-FFF2-40B4-BE49-F238E27FC236}">
                <a16:creationId xmlns:a16="http://schemas.microsoft.com/office/drawing/2014/main" id="{FBDD73AA-DB65-4CC9-AE3E-319ACD8EF260}"/>
              </a:ext>
            </a:extLst>
          </p:cNvPr>
          <p:cNvSpPr>
            <a:spLocks xmlns:a="http://schemas.openxmlformats.org/drawingml/2006/main" noGrp="1"/>
          </p:cNvSpPr>
          <p:nvPr/>
        </p:nvSpPr>
        <p:spPr>
          <a:xfrm xmlns:a="http://schemas.openxmlformats.org/drawingml/2006/main">
            <a:off x="876300" y="3419475"/>
            <a:ext cx="4762500" cy="9525"/>
          </a:xfrm>
          <a:prstGeom xmlns:a="http://schemas.openxmlformats.org/drawingml/2006/main" prst="rect">
            <a:avLst/>
          </a:prstGeom>
          <a:solidFill xmlns:a="http://schemas.openxmlformats.org/drawingml/2006/main">
            <a:srgbClr val="D8D2C5"/>
          </a:solidFill>
          <a:ln xmlns:a="http://schemas.openxmlformats.org/drawingml/2006/main" w="0">
            <a:noFill/>
            <a:prstDash val="solid"/>
          </a:ln>
        </p:spPr>
      </p:sp>
      <p:sp>
        <p:nvSpPr>
          <p:cNvPr id="38" name="rect-0264">
            <a:extLst xmlns:a="http://schemas.openxmlformats.org/drawingml/2006/main">
              <a:ext uri="{FF2B5EF4-FFF2-40B4-BE49-F238E27FC236}">
                <a16:creationId xmlns:a16="http://schemas.microsoft.com/office/drawing/2014/main" id="{EE2C418A-7A57-4826-A72D-0A65EC9685F2}"/>
              </a:ext>
            </a:extLst>
          </p:cNvPr>
          <p:cNvSpPr>
            <a:spLocks xmlns:a="http://schemas.openxmlformats.org/drawingml/2006/main" noGrp="1"/>
          </p:cNvSpPr>
          <p:nvPr/>
        </p:nvSpPr>
        <p:spPr>
          <a:xfrm xmlns:a="http://schemas.openxmlformats.org/drawingml/2006/main">
            <a:off x="6553200" y="3419475"/>
            <a:ext cx="4762500" cy="9525"/>
          </a:xfrm>
          <a:prstGeom xmlns:a="http://schemas.openxmlformats.org/drawingml/2006/main" prst="rect">
            <a:avLst/>
          </a:prstGeom>
          <a:solidFill xmlns:a="http://schemas.openxmlformats.org/drawingml/2006/main">
            <a:srgbClr val="D8D2C5"/>
          </a:solidFill>
          <a:ln xmlns:a="http://schemas.openxmlformats.org/drawingml/2006/main" w="0">
            <a:noFill/>
            <a:prstDash val="solid"/>
          </a:ln>
        </p:spPr>
      </p:sp>
      <p:sp>
        <p:nvSpPr>
          <p:cNvPr id="39" name="text-0265">
            <a:extLst xmlns:a="http://schemas.openxmlformats.org/drawingml/2006/main">
              <a:ext uri="{FF2B5EF4-FFF2-40B4-BE49-F238E27FC236}">
                <a16:creationId xmlns:a16="http://schemas.microsoft.com/office/drawing/2014/main" id="{3D810F38-026F-449F-AD3B-2986C0A8684C}"/>
              </a:ext>
            </a:extLst>
          </p:cNvPr>
          <p:cNvSpPr>
            <a:spLocks xmlns:a="http://schemas.openxmlformats.org/drawingml/2006/main" noGrp="1"/>
          </p:cNvSpPr>
          <p:nvPr/>
        </p:nvSpPr>
        <p:spPr>
          <a:xfrm xmlns:a="http://schemas.openxmlformats.org/drawingml/2006/main">
            <a:off x="1047750" y="290512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2F5F83"/>
                </a:solidFill>
                <a:latin typeface="PingFang SC"/>
                <a:ea typeface="PingFang SC"/>
                <a:cs typeface="PingFang SC"/>
              </a:defRPr>
            </a:pPr>
            <a:r>
              <a:rPr sz="1500" b="1">
                <a:solidFill>
                  <a:srgbClr val="2F5F83"/>
                </a:solidFill>
                <a:latin typeface="PingFang SC"/>
                <a:ea typeface="PingFang SC"/>
                <a:cs typeface="PingFang SC"/>
              </a:rPr>
              <a:t>大模型</a:t>
            </a:r>
          </a:p>
        </p:txBody>
      </p:sp>
      <p:sp>
        <p:nvSpPr>
          <p:cNvPr id="40" name="text-0266">
            <a:extLst xmlns:a="http://schemas.openxmlformats.org/drawingml/2006/main">
              <a:ext uri="{FF2B5EF4-FFF2-40B4-BE49-F238E27FC236}">
                <a16:creationId xmlns:a16="http://schemas.microsoft.com/office/drawing/2014/main" id="{DE608920-61B7-4660-B951-F8816748BC2B}"/>
              </a:ext>
            </a:extLst>
          </p:cNvPr>
          <p:cNvSpPr>
            <a:spLocks xmlns:a="http://schemas.openxmlformats.org/drawingml/2006/main" noGrp="1"/>
          </p:cNvSpPr>
          <p:nvPr/>
        </p:nvSpPr>
        <p:spPr>
          <a:xfrm xmlns:a="http://schemas.openxmlformats.org/drawingml/2006/main">
            <a:off x="2905125" y="2905125"/>
            <a:ext cx="2524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87287"/>
                </a:solidFill>
                <a:latin typeface="PingFang SC"/>
                <a:ea typeface="PingFang SC"/>
                <a:cs typeface="PingFang SC"/>
              </a:defRPr>
            </a:pPr>
            <a:r>
              <a:rPr sz="1125" b="0">
                <a:solidFill>
                  <a:srgbClr val="687287"/>
                </a:solidFill>
                <a:latin typeface="PingFang SC"/>
                <a:ea typeface="PingFang SC"/>
                <a:cs typeface="PingFang SC"/>
              </a:rPr>
              <a:t>理解、生成、分析和规划</a:t>
            </a:r>
          </a:p>
        </p:txBody>
      </p:sp>
      <p:sp>
        <p:nvSpPr>
          <p:cNvPr id="41" name="text-0267">
            <a:extLst xmlns:a="http://schemas.openxmlformats.org/drawingml/2006/main">
              <a:ext uri="{FF2B5EF4-FFF2-40B4-BE49-F238E27FC236}">
                <a16:creationId xmlns:a16="http://schemas.microsoft.com/office/drawing/2014/main" id="{AB8B3491-AD07-45BE-9DFE-61294AAF4D63}"/>
              </a:ext>
            </a:extLst>
          </p:cNvPr>
          <p:cNvSpPr>
            <a:spLocks xmlns:a="http://schemas.openxmlformats.org/drawingml/2006/main" noGrp="1"/>
          </p:cNvSpPr>
          <p:nvPr/>
        </p:nvSpPr>
        <p:spPr>
          <a:xfrm xmlns:a="http://schemas.openxmlformats.org/drawingml/2006/main">
            <a:off x="6762750" y="2905125"/>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A74335"/>
                </a:solidFill>
                <a:latin typeface="PingFang SC"/>
                <a:ea typeface="PingFang SC"/>
                <a:cs typeface="PingFang SC"/>
              </a:defRPr>
            </a:pPr>
            <a:r>
              <a:rPr sz="1500" b="1">
                <a:solidFill>
                  <a:srgbClr val="A74335"/>
                </a:solidFill>
                <a:latin typeface="PingFang SC"/>
                <a:ea typeface="PingFang SC"/>
                <a:cs typeface="PingFang SC"/>
              </a:rPr>
              <a:t>大脑</a:t>
            </a:r>
          </a:p>
        </p:txBody>
      </p:sp>
      <p:sp>
        <p:nvSpPr>
          <p:cNvPr id="42" name="text-0268">
            <a:extLst xmlns:a="http://schemas.openxmlformats.org/drawingml/2006/main">
              <a:ext uri="{FF2B5EF4-FFF2-40B4-BE49-F238E27FC236}">
                <a16:creationId xmlns:a16="http://schemas.microsoft.com/office/drawing/2014/main" id="{20009133-720A-4D67-B4A6-9D25F6F71E67}"/>
              </a:ext>
            </a:extLst>
          </p:cNvPr>
          <p:cNvSpPr>
            <a:spLocks xmlns:a="http://schemas.openxmlformats.org/drawingml/2006/main" noGrp="1"/>
          </p:cNvSpPr>
          <p:nvPr/>
        </p:nvSpPr>
        <p:spPr>
          <a:xfrm xmlns:a="http://schemas.openxmlformats.org/drawingml/2006/main">
            <a:off x="9001125" y="2905125"/>
            <a:ext cx="2143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87287"/>
                </a:solidFill>
                <a:latin typeface="PingFang SC"/>
                <a:ea typeface="PingFang SC"/>
                <a:cs typeface="PingFang SC"/>
              </a:defRPr>
            </a:pPr>
            <a:r>
              <a:rPr sz="1125" b="0">
                <a:solidFill>
                  <a:srgbClr val="687287"/>
                </a:solidFill>
                <a:latin typeface="PingFang SC"/>
                <a:ea typeface="PingFang SC"/>
                <a:cs typeface="PingFang SC"/>
              </a:rPr>
              <a:t>思考、判断和做计划</a:t>
            </a:r>
          </a:p>
        </p:txBody>
      </p:sp>
      <p:sp>
        <p:nvSpPr>
          <p:cNvPr id="43" name="rect-0269">
            <a:extLst xmlns:a="http://schemas.openxmlformats.org/drawingml/2006/main">
              <a:ext uri="{FF2B5EF4-FFF2-40B4-BE49-F238E27FC236}">
                <a16:creationId xmlns:a16="http://schemas.microsoft.com/office/drawing/2014/main" id="{CA216F8D-7F37-4352-94F8-D8DFD917C563}"/>
              </a:ext>
            </a:extLst>
          </p:cNvPr>
          <p:cNvSpPr>
            <a:spLocks xmlns:a="http://schemas.openxmlformats.org/drawingml/2006/main" noGrp="1"/>
          </p:cNvSpPr>
          <p:nvPr/>
        </p:nvSpPr>
        <p:spPr>
          <a:xfrm xmlns:a="http://schemas.openxmlformats.org/drawingml/2006/main">
            <a:off x="876300" y="4048125"/>
            <a:ext cx="4762500" cy="9525"/>
          </a:xfrm>
          <a:prstGeom xmlns:a="http://schemas.openxmlformats.org/drawingml/2006/main" prst="rect">
            <a:avLst/>
          </a:prstGeom>
          <a:solidFill xmlns:a="http://schemas.openxmlformats.org/drawingml/2006/main">
            <a:srgbClr val="D8D2C5"/>
          </a:solidFill>
          <a:ln xmlns:a="http://schemas.openxmlformats.org/drawingml/2006/main" w="0">
            <a:noFill/>
            <a:prstDash val="solid"/>
          </a:ln>
        </p:spPr>
      </p:sp>
      <p:sp>
        <p:nvSpPr>
          <p:cNvPr id="44" name="rect-0270">
            <a:extLst xmlns:a="http://schemas.openxmlformats.org/drawingml/2006/main">
              <a:ext uri="{FF2B5EF4-FFF2-40B4-BE49-F238E27FC236}">
                <a16:creationId xmlns:a16="http://schemas.microsoft.com/office/drawing/2014/main" id="{C1C80CD1-76CD-49B7-AB3F-29A07547D991}"/>
              </a:ext>
            </a:extLst>
          </p:cNvPr>
          <p:cNvSpPr>
            <a:spLocks xmlns:a="http://schemas.openxmlformats.org/drawingml/2006/main" noGrp="1"/>
          </p:cNvSpPr>
          <p:nvPr/>
        </p:nvSpPr>
        <p:spPr>
          <a:xfrm xmlns:a="http://schemas.openxmlformats.org/drawingml/2006/main">
            <a:off x="6553200" y="4048125"/>
            <a:ext cx="4762500" cy="9525"/>
          </a:xfrm>
          <a:prstGeom xmlns:a="http://schemas.openxmlformats.org/drawingml/2006/main" prst="rect">
            <a:avLst/>
          </a:prstGeom>
          <a:solidFill xmlns:a="http://schemas.openxmlformats.org/drawingml/2006/main">
            <a:srgbClr val="D8D2C5"/>
          </a:solidFill>
          <a:ln xmlns:a="http://schemas.openxmlformats.org/drawingml/2006/main" w="0">
            <a:noFill/>
            <a:prstDash val="solid"/>
          </a:ln>
        </p:spPr>
      </p:sp>
      <p:sp>
        <p:nvSpPr>
          <p:cNvPr id="45" name="text-0271">
            <a:extLst xmlns:a="http://schemas.openxmlformats.org/drawingml/2006/main">
              <a:ext uri="{FF2B5EF4-FFF2-40B4-BE49-F238E27FC236}">
                <a16:creationId xmlns:a16="http://schemas.microsoft.com/office/drawing/2014/main" id="{DA4C710A-3232-4DE3-9075-503EB448D56F}"/>
              </a:ext>
            </a:extLst>
          </p:cNvPr>
          <p:cNvSpPr>
            <a:spLocks xmlns:a="http://schemas.openxmlformats.org/drawingml/2006/main" noGrp="1"/>
          </p:cNvSpPr>
          <p:nvPr/>
        </p:nvSpPr>
        <p:spPr>
          <a:xfrm xmlns:a="http://schemas.openxmlformats.org/drawingml/2006/main">
            <a:off x="1047750" y="35337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2F5F83"/>
                </a:solidFill>
                <a:latin typeface="PingFang SC"/>
                <a:ea typeface="PingFang SC"/>
                <a:cs typeface="PingFang SC"/>
              </a:defRPr>
            </a:pPr>
            <a:r>
              <a:rPr sz="1500" b="1">
                <a:solidFill>
                  <a:srgbClr val="2F5F83"/>
                </a:solidFill>
                <a:latin typeface="PingFang SC"/>
                <a:ea typeface="PingFang SC"/>
                <a:cs typeface="PingFang SC"/>
              </a:rPr>
              <a:t>摄像头、麦克风</a:t>
            </a:r>
          </a:p>
        </p:txBody>
      </p:sp>
      <p:sp>
        <p:nvSpPr>
          <p:cNvPr id="46" name="text-0272">
            <a:extLst xmlns:a="http://schemas.openxmlformats.org/drawingml/2006/main">
              <a:ext uri="{FF2B5EF4-FFF2-40B4-BE49-F238E27FC236}">
                <a16:creationId xmlns:a16="http://schemas.microsoft.com/office/drawing/2014/main" id="{DF68C345-135F-473D-BFA3-C6E6F1567ECE}"/>
              </a:ext>
            </a:extLst>
          </p:cNvPr>
          <p:cNvSpPr>
            <a:spLocks xmlns:a="http://schemas.openxmlformats.org/drawingml/2006/main" noGrp="1"/>
          </p:cNvSpPr>
          <p:nvPr/>
        </p:nvSpPr>
        <p:spPr>
          <a:xfrm xmlns:a="http://schemas.openxmlformats.org/drawingml/2006/main">
            <a:off x="2905125" y="3533775"/>
            <a:ext cx="2524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87287"/>
                </a:solidFill>
                <a:latin typeface="PingFang SC"/>
                <a:ea typeface="PingFang SC"/>
                <a:cs typeface="PingFang SC"/>
              </a:defRPr>
            </a:pPr>
            <a:r>
              <a:rPr sz="1125" b="0">
                <a:solidFill>
                  <a:srgbClr val="687287"/>
                </a:solidFill>
                <a:latin typeface="PingFang SC"/>
                <a:ea typeface="PingFang SC"/>
                <a:cs typeface="PingFang SC"/>
              </a:rPr>
              <a:t>接收图像、声音和环境信息</a:t>
            </a:r>
          </a:p>
        </p:txBody>
      </p:sp>
      <p:sp>
        <p:nvSpPr>
          <p:cNvPr id="47" name="text-0273">
            <a:extLst xmlns:a="http://schemas.openxmlformats.org/drawingml/2006/main">
              <a:ext uri="{FF2B5EF4-FFF2-40B4-BE49-F238E27FC236}">
                <a16:creationId xmlns:a16="http://schemas.microsoft.com/office/drawing/2014/main" id="{583E5C8A-22AE-4A54-BB71-BC6CA6E1CBBF}"/>
              </a:ext>
            </a:extLst>
          </p:cNvPr>
          <p:cNvSpPr>
            <a:spLocks xmlns:a="http://schemas.openxmlformats.org/drawingml/2006/main" noGrp="1"/>
          </p:cNvSpPr>
          <p:nvPr/>
        </p:nvSpPr>
        <p:spPr>
          <a:xfrm xmlns:a="http://schemas.openxmlformats.org/drawingml/2006/main">
            <a:off x="6762750" y="3533775"/>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A74335"/>
                </a:solidFill>
                <a:latin typeface="PingFang SC"/>
                <a:ea typeface="PingFang SC"/>
                <a:cs typeface="PingFang SC"/>
              </a:defRPr>
            </a:pPr>
            <a:r>
              <a:rPr sz="1500" b="1">
                <a:solidFill>
                  <a:srgbClr val="A74335"/>
                </a:solidFill>
                <a:latin typeface="PingFang SC"/>
                <a:ea typeface="PingFang SC"/>
                <a:cs typeface="PingFang SC"/>
              </a:rPr>
              <a:t>眼睛、耳朵、鼻子、嘴巴</a:t>
            </a:r>
          </a:p>
        </p:txBody>
      </p:sp>
      <p:sp>
        <p:nvSpPr>
          <p:cNvPr id="48" name="text-0274">
            <a:extLst xmlns:a="http://schemas.openxmlformats.org/drawingml/2006/main">
              <a:ext uri="{FF2B5EF4-FFF2-40B4-BE49-F238E27FC236}">
                <a16:creationId xmlns:a16="http://schemas.microsoft.com/office/drawing/2014/main" id="{E76EF923-207B-49A0-B906-30221BC54F34}"/>
              </a:ext>
            </a:extLst>
          </p:cNvPr>
          <p:cNvSpPr>
            <a:spLocks xmlns:a="http://schemas.openxmlformats.org/drawingml/2006/main" noGrp="1"/>
          </p:cNvSpPr>
          <p:nvPr/>
        </p:nvSpPr>
        <p:spPr>
          <a:xfrm xmlns:a="http://schemas.openxmlformats.org/drawingml/2006/main">
            <a:off x="9001125" y="3533775"/>
            <a:ext cx="2143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87287"/>
                </a:solidFill>
                <a:latin typeface="PingFang SC"/>
                <a:ea typeface="PingFang SC"/>
                <a:cs typeface="PingFang SC"/>
              </a:defRPr>
            </a:pPr>
            <a:r>
              <a:rPr sz="1125" b="0">
                <a:solidFill>
                  <a:srgbClr val="687287"/>
                </a:solidFill>
                <a:latin typeface="PingFang SC"/>
                <a:ea typeface="PingFang SC"/>
                <a:cs typeface="PingFang SC"/>
              </a:rPr>
              <a:t>感知环境并与他人沟通</a:t>
            </a:r>
          </a:p>
        </p:txBody>
      </p:sp>
      <p:sp>
        <p:nvSpPr>
          <p:cNvPr id="49" name="rect-0275">
            <a:extLst xmlns:a="http://schemas.openxmlformats.org/drawingml/2006/main">
              <a:ext uri="{FF2B5EF4-FFF2-40B4-BE49-F238E27FC236}">
                <a16:creationId xmlns:a16="http://schemas.microsoft.com/office/drawing/2014/main" id="{0385441D-71EA-4104-81D0-FDEE7D9CA9C5}"/>
              </a:ext>
            </a:extLst>
          </p:cNvPr>
          <p:cNvSpPr>
            <a:spLocks xmlns:a="http://schemas.openxmlformats.org/drawingml/2006/main" noGrp="1"/>
          </p:cNvSpPr>
          <p:nvPr/>
        </p:nvSpPr>
        <p:spPr>
          <a:xfrm xmlns:a="http://schemas.openxmlformats.org/drawingml/2006/main">
            <a:off x="876300" y="4676775"/>
            <a:ext cx="4762500" cy="9525"/>
          </a:xfrm>
          <a:prstGeom xmlns:a="http://schemas.openxmlformats.org/drawingml/2006/main" prst="rect">
            <a:avLst/>
          </a:prstGeom>
          <a:solidFill xmlns:a="http://schemas.openxmlformats.org/drawingml/2006/main">
            <a:srgbClr val="D8D2C5"/>
          </a:solidFill>
          <a:ln xmlns:a="http://schemas.openxmlformats.org/drawingml/2006/main" w="0">
            <a:noFill/>
            <a:prstDash val="solid"/>
          </a:ln>
        </p:spPr>
      </p:sp>
      <p:sp>
        <p:nvSpPr>
          <p:cNvPr id="50" name="rect-0276">
            <a:extLst xmlns:a="http://schemas.openxmlformats.org/drawingml/2006/main">
              <a:ext uri="{FF2B5EF4-FFF2-40B4-BE49-F238E27FC236}">
                <a16:creationId xmlns:a16="http://schemas.microsoft.com/office/drawing/2014/main" id="{4EA548E1-7408-42D7-8049-ED5E71CF1779}"/>
              </a:ext>
            </a:extLst>
          </p:cNvPr>
          <p:cNvSpPr>
            <a:spLocks xmlns:a="http://schemas.openxmlformats.org/drawingml/2006/main" noGrp="1"/>
          </p:cNvSpPr>
          <p:nvPr/>
        </p:nvSpPr>
        <p:spPr>
          <a:xfrm xmlns:a="http://schemas.openxmlformats.org/drawingml/2006/main">
            <a:off x="6553200" y="4676775"/>
            <a:ext cx="4762500" cy="9525"/>
          </a:xfrm>
          <a:prstGeom xmlns:a="http://schemas.openxmlformats.org/drawingml/2006/main" prst="rect">
            <a:avLst/>
          </a:prstGeom>
          <a:solidFill xmlns:a="http://schemas.openxmlformats.org/drawingml/2006/main">
            <a:srgbClr val="D8D2C5"/>
          </a:solidFill>
          <a:ln xmlns:a="http://schemas.openxmlformats.org/drawingml/2006/main" w="0">
            <a:noFill/>
            <a:prstDash val="solid"/>
          </a:ln>
        </p:spPr>
      </p:sp>
      <p:sp>
        <p:nvSpPr>
          <p:cNvPr id="51" name="text-0277">
            <a:extLst xmlns:a="http://schemas.openxmlformats.org/drawingml/2006/main">
              <a:ext uri="{FF2B5EF4-FFF2-40B4-BE49-F238E27FC236}">
                <a16:creationId xmlns:a16="http://schemas.microsoft.com/office/drawing/2014/main" id="{6CE6BBE8-EB15-4DB9-81D9-CF467F300F26}"/>
              </a:ext>
            </a:extLst>
          </p:cNvPr>
          <p:cNvSpPr>
            <a:spLocks xmlns:a="http://schemas.openxmlformats.org/drawingml/2006/main" noGrp="1"/>
          </p:cNvSpPr>
          <p:nvPr/>
        </p:nvSpPr>
        <p:spPr>
          <a:xfrm xmlns:a="http://schemas.openxmlformats.org/drawingml/2006/main">
            <a:off x="1047750" y="416242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2F5F83"/>
                </a:solidFill>
                <a:latin typeface="PingFang SC"/>
                <a:ea typeface="PingFang SC"/>
                <a:cs typeface="PingFang SC"/>
              </a:defRPr>
            </a:pPr>
            <a:r>
              <a:rPr sz="1500" b="1">
                <a:solidFill>
                  <a:srgbClr val="2F5F83"/>
                </a:solidFill>
                <a:latin typeface="PingFang SC"/>
                <a:ea typeface="PingFang SC"/>
                <a:cs typeface="PingFang SC"/>
              </a:rPr>
              <a:t>浏览器、软件、API</a:t>
            </a:r>
          </a:p>
        </p:txBody>
      </p:sp>
      <p:sp>
        <p:nvSpPr>
          <p:cNvPr id="52" name="text-0278">
            <a:extLst xmlns:a="http://schemas.openxmlformats.org/drawingml/2006/main">
              <a:ext uri="{FF2B5EF4-FFF2-40B4-BE49-F238E27FC236}">
                <a16:creationId xmlns:a16="http://schemas.microsoft.com/office/drawing/2014/main" id="{A45F055B-081E-4CAE-9215-08DBA394180F}"/>
              </a:ext>
            </a:extLst>
          </p:cNvPr>
          <p:cNvSpPr>
            <a:spLocks xmlns:a="http://schemas.openxmlformats.org/drawingml/2006/main" noGrp="1"/>
          </p:cNvSpPr>
          <p:nvPr/>
        </p:nvSpPr>
        <p:spPr>
          <a:xfrm xmlns:a="http://schemas.openxmlformats.org/drawingml/2006/main">
            <a:off x="2905125" y="4162425"/>
            <a:ext cx="2524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87287"/>
                </a:solidFill>
                <a:latin typeface="PingFang SC"/>
                <a:ea typeface="PingFang SC"/>
                <a:cs typeface="PingFang SC"/>
              </a:defRPr>
            </a:pPr>
            <a:r>
              <a:rPr sz="1125" b="0">
                <a:solidFill>
                  <a:srgbClr val="687287"/>
                </a:solidFill>
                <a:latin typeface="PingFang SC"/>
                <a:ea typeface="PingFang SC"/>
                <a:cs typeface="PingFang SC"/>
              </a:rPr>
              <a:t>搜索、读写文件、调用系统</a:t>
            </a:r>
          </a:p>
        </p:txBody>
      </p:sp>
      <p:sp>
        <p:nvSpPr>
          <p:cNvPr id="53" name="text-0279">
            <a:extLst xmlns:a="http://schemas.openxmlformats.org/drawingml/2006/main">
              <a:ext uri="{FF2B5EF4-FFF2-40B4-BE49-F238E27FC236}">
                <a16:creationId xmlns:a16="http://schemas.microsoft.com/office/drawing/2014/main" id="{70B790C9-8450-4628-8CC7-B4B8A7CC547B}"/>
              </a:ext>
            </a:extLst>
          </p:cNvPr>
          <p:cNvSpPr>
            <a:spLocks xmlns:a="http://schemas.openxmlformats.org/drawingml/2006/main" noGrp="1"/>
          </p:cNvSpPr>
          <p:nvPr/>
        </p:nvSpPr>
        <p:spPr>
          <a:xfrm xmlns:a="http://schemas.openxmlformats.org/drawingml/2006/main">
            <a:off x="6762750" y="4162425"/>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A74335"/>
                </a:solidFill>
                <a:latin typeface="PingFang SC"/>
                <a:ea typeface="PingFang SC"/>
                <a:cs typeface="PingFang SC"/>
              </a:defRPr>
            </a:pPr>
            <a:r>
              <a:rPr sz="1500" b="1">
                <a:solidFill>
                  <a:srgbClr val="A74335"/>
                </a:solidFill>
                <a:latin typeface="PingFang SC"/>
                <a:ea typeface="PingFang SC"/>
                <a:cs typeface="PingFang SC"/>
              </a:rPr>
              <a:t>手脚和身体</a:t>
            </a:r>
          </a:p>
        </p:txBody>
      </p:sp>
      <p:sp>
        <p:nvSpPr>
          <p:cNvPr id="54" name="text-0280">
            <a:extLst xmlns:a="http://schemas.openxmlformats.org/drawingml/2006/main">
              <a:ext uri="{FF2B5EF4-FFF2-40B4-BE49-F238E27FC236}">
                <a16:creationId xmlns:a16="http://schemas.microsoft.com/office/drawing/2014/main" id="{C305945A-8C86-4460-96BA-1209F1FC8F87}"/>
              </a:ext>
            </a:extLst>
          </p:cNvPr>
          <p:cNvSpPr>
            <a:spLocks xmlns:a="http://schemas.openxmlformats.org/drawingml/2006/main" noGrp="1"/>
          </p:cNvSpPr>
          <p:nvPr/>
        </p:nvSpPr>
        <p:spPr>
          <a:xfrm xmlns:a="http://schemas.openxmlformats.org/drawingml/2006/main">
            <a:off x="9001125" y="4162425"/>
            <a:ext cx="2143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87287"/>
                </a:solidFill>
                <a:latin typeface="PingFang SC"/>
                <a:ea typeface="PingFang SC"/>
                <a:cs typeface="PingFang SC"/>
              </a:defRPr>
            </a:pPr>
            <a:r>
              <a:rPr sz="1125" b="0">
                <a:solidFill>
                  <a:srgbClr val="687287"/>
                </a:solidFill>
                <a:latin typeface="PingFang SC"/>
                <a:ea typeface="PingFang SC"/>
                <a:cs typeface="PingFang SC"/>
              </a:rPr>
              <a:t>使用工具，把计划变成行动</a:t>
            </a:r>
          </a:p>
        </p:txBody>
      </p:sp>
      <p:sp>
        <p:nvSpPr>
          <p:cNvPr id="55" name="rect-0281">
            <a:extLst xmlns:a="http://schemas.openxmlformats.org/drawingml/2006/main">
              <a:ext uri="{FF2B5EF4-FFF2-40B4-BE49-F238E27FC236}">
                <a16:creationId xmlns:a16="http://schemas.microsoft.com/office/drawing/2014/main" id="{63DC0265-584E-4CA2-8BEC-65409FC494BD}"/>
              </a:ext>
            </a:extLst>
          </p:cNvPr>
          <p:cNvSpPr>
            <a:spLocks xmlns:a="http://schemas.openxmlformats.org/drawingml/2006/main" noGrp="1"/>
          </p:cNvSpPr>
          <p:nvPr/>
        </p:nvSpPr>
        <p:spPr>
          <a:xfrm xmlns:a="http://schemas.openxmlformats.org/drawingml/2006/main">
            <a:off x="876300" y="5305425"/>
            <a:ext cx="4762500" cy="9525"/>
          </a:xfrm>
          <a:prstGeom xmlns:a="http://schemas.openxmlformats.org/drawingml/2006/main" prst="rect">
            <a:avLst/>
          </a:prstGeom>
          <a:solidFill xmlns:a="http://schemas.openxmlformats.org/drawingml/2006/main">
            <a:srgbClr val="D8D2C5"/>
          </a:solidFill>
          <a:ln xmlns:a="http://schemas.openxmlformats.org/drawingml/2006/main" w="0">
            <a:noFill/>
            <a:prstDash val="solid"/>
          </a:ln>
        </p:spPr>
      </p:sp>
      <p:sp>
        <p:nvSpPr>
          <p:cNvPr id="56" name="rect-0282">
            <a:extLst xmlns:a="http://schemas.openxmlformats.org/drawingml/2006/main">
              <a:ext uri="{FF2B5EF4-FFF2-40B4-BE49-F238E27FC236}">
                <a16:creationId xmlns:a16="http://schemas.microsoft.com/office/drawing/2014/main" id="{9AD9E63E-D333-4E5A-86AD-1C36CEB6B9F2}"/>
              </a:ext>
            </a:extLst>
          </p:cNvPr>
          <p:cNvSpPr>
            <a:spLocks xmlns:a="http://schemas.openxmlformats.org/drawingml/2006/main" noGrp="1"/>
          </p:cNvSpPr>
          <p:nvPr/>
        </p:nvSpPr>
        <p:spPr>
          <a:xfrm xmlns:a="http://schemas.openxmlformats.org/drawingml/2006/main">
            <a:off x="6553200" y="5305425"/>
            <a:ext cx="4762500" cy="9525"/>
          </a:xfrm>
          <a:prstGeom xmlns:a="http://schemas.openxmlformats.org/drawingml/2006/main" prst="rect">
            <a:avLst/>
          </a:prstGeom>
          <a:solidFill xmlns:a="http://schemas.openxmlformats.org/drawingml/2006/main">
            <a:srgbClr val="D8D2C5"/>
          </a:solidFill>
          <a:ln xmlns:a="http://schemas.openxmlformats.org/drawingml/2006/main" w="0">
            <a:noFill/>
            <a:prstDash val="solid"/>
          </a:ln>
        </p:spPr>
      </p:sp>
      <p:sp>
        <p:nvSpPr>
          <p:cNvPr id="57" name="text-0283">
            <a:extLst xmlns:a="http://schemas.openxmlformats.org/drawingml/2006/main">
              <a:ext uri="{FF2B5EF4-FFF2-40B4-BE49-F238E27FC236}">
                <a16:creationId xmlns:a16="http://schemas.microsoft.com/office/drawing/2014/main" id="{DCD1F061-5050-45B4-8163-F5A2A6B9727D}"/>
              </a:ext>
            </a:extLst>
          </p:cNvPr>
          <p:cNvSpPr>
            <a:spLocks xmlns:a="http://schemas.openxmlformats.org/drawingml/2006/main" noGrp="1"/>
          </p:cNvSpPr>
          <p:nvPr/>
        </p:nvSpPr>
        <p:spPr>
          <a:xfrm xmlns:a="http://schemas.openxmlformats.org/drawingml/2006/main">
            <a:off x="1047750" y="47910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2F5F83"/>
                </a:solidFill>
                <a:latin typeface="PingFang SC"/>
                <a:ea typeface="PingFang SC"/>
                <a:cs typeface="PingFang SC"/>
              </a:defRPr>
            </a:pPr>
            <a:r>
              <a:rPr sz="1500" b="1">
                <a:solidFill>
                  <a:srgbClr val="2F5F83"/>
                </a:solidFill>
                <a:latin typeface="PingFang SC"/>
                <a:ea typeface="PingFang SC"/>
                <a:cs typeface="PingFang SC"/>
              </a:rPr>
              <a:t>数据与记忆</a:t>
            </a:r>
          </a:p>
        </p:txBody>
      </p:sp>
      <p:sp>
        <p:nvSpPr>
          <p:cNvPr id="58" name="text-0284">
            <a:extLst xmlns:a="http://schemas.openxmlformats.org/drawingml/2006/main">
              <a:ext uri="{FF2B5EF4-FFF2-40B4-BE49-F238E27FC236}">
                <a16:creationId xmlns:a16="http://schemas.microsoft.com/office/drawing/2014/main" id="{DC7673B4-4F13-4A39-AACD-8A12B425B9D6}"/>
              </a:ext>
            </a:extLst>
          </p:cNvPr>
          <p:cNvSpPr>
            <a:spLocks xmlns:a="http://schemas.openxmlformats.org/drawingml/2006/main" noGrp="1"/>
          </p:cNvSpPr>
          <p:nvPr/>
        </p:nvSpPr>
        <p:spPr>
          <a:xfrm xmlns:a="http://schemas.openxmlformats.org/drawingml/2006/main">
            <a:off x="2905125" y="4791075"/>
            <a:ext cx="2524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87287"/>
                </a:solidFill>
                <a:latin typeface="PingFang SC"/>
                <a:ea typeface="PingFang SC"/>
                <a:cs typeface="PingFang SC"/>
              </a:defRPr>
            </a:pPr>
            <a:r>
              <a:rPr sz="1125" b="0">
                <a:solidFill>
                  <a:srgbClr val="687287"/>
                </a:solidFill>
                <a:latin typeface="PingFang SC"/>
                <a:ea typeface="PingFang SC"/>
                <a:cs typeface="PingFang SC"/>
              </a:rPr>
              <a:t>保存业务知识、规则和上下文</a:t>
            </a:r>
          </a:p>
        </p:txBody>
      </p:sp>
      <p:sp>
        <p:nvSpPr>
          <p:cNvPr id="59" name="text-0285">
            <a:extLst xmlns:a="http://schemas.openxmlformats.org/drawingml/2006/main">
              <a:ext uri="{FF2B5EF4-FFF2-40B4-BE49-F238E27FC236}">
                <a16:creationId xmlns:a16="http://schemas.microsoft.com/office/drawing/2014/main" id="{CF84AD52-8E36-4128-AEF3-371E9FE72A24}"/>
              </a:ext>
            </a:extLst>
          </p:cNvPr>
          <p:cNvSpPr>
            <a:spLocks xmlns:a="http://schemas.openxmlformats.org/drawingml/2006/main" noGrp="1"/>
          </p:cNvSpPr>
          <p:nvPr/>
        </p:nvSpPr>
        <p:spPr>
          <a:xfrm xmlns:a="http://schemas.openxmlformats.org/drawingml/2006/main">
            <a:off x="6762750" y="4791075"/>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A74335"/>
                </a:solidFill>
                <a:latin typeface="PingFang SC"/>
                <a:ea typeface="PingFang SC"/>
                <a:cs typeface="PingFang SC"/>
              </a:defRPr>
            </a:pPr>
            <a:r>
              <a:rPr sz="1500" b="1">
                <a:solidFill>
                  <a:srgbClr val="A74335"/>
                </a:solidFill>
                <a:latin typeface="PingFang SC"/>
                <a:ea typeface="PingFang SC"/>
                <a:cs typeface="PingFang SC"/>
              </a:rPr>
              <a:t>知识与经验</a:t>
            </a:r>
          </a:p>
        </p:txBody>
      </p:sp>
      <p:sp>
        <p:nvSpPr>
          <p:cNvPr id="60" name="text-0286">
            <a:extLst xmlns:a="http://schemas.openxmlformats.org/drawingml/2006/main">
              <a:ext uri="{FF2B5EF4-FFF2-40B4-BE49-F238E27FC236}">
                <a16:creationId xmlns:a16="http://schemas.microsoft.com/office/drawing/2014/main" id="{B116A19B-B329-443D-83EF-4258CD58A0C9}"/>
              </a:ext>
            </a:extLst>
          </p:cNvPr>
          <p:cNvSpPr>
            <a:spLocks xmlns:a="http://schemas.openxmlformats.org/drawingml/2006/main" noGrp="1"/>
          </p:cNvSpPr>
          <p:nvPr/>
        </p:nvSpPr>
        <p:spPr>
          <a:xfrm xmlns:a="http://schemas.openxmlformats.org/drawingml/2006/main">
            <a:off x="9001125" y="4791075"/>
            <a:ext cx="2143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87287"/>
                </a:solidFill>
                <a:latin typeface="PingFang SC"/>
                <a:ea typeface="PingFang SC"/>
                <a:cs typeface="PingFang SC"/>
              </a:defRPr>
            </a:pPr>
            <a:r>
              <a:rPr sz="1125" b="0">
                <a:solidFill>
                  <a:srgbClr val="687287"/>
                </a:solidFill>
                <a:latin typeface="PingFang SC"/>
                <a:ea typeface="PingFang SC"/>
                <a:cs typeface="PingFang SC"/>
              </a:rPr>
              <a:t>理解场景、关系和现实后果</a:t>
            </a:r>
          </a:p>
        </p:txBody>
      </p:sp>
      <p:sp>
        <p:nvSpPr>
          <p:cNvPr id="61" name="rect-0287">
            <a:extLst xmlns:a="http://schemas.openxmlformats.org/drawingml/2006/main">
              <a:ext uri="{FF2B5EF4-FFF2-40B4-BE49-F238E27FC236}">
                <a16:creationId xmlns:a16="http://schemas.microsoft.com/office/drawing/2014/main" id="{5E8CD644-4E0F-4F7D-969B-521BE1D84098}"/>
              </a:ext>
            </a:extLst>
          </p:cNvPr>
          <p:cNvSpPr>
            <a:spLocks xmlns:a="http://schemas.openxmlformats.org/drawingml/2006/main" noGrp="1"/>
          </p:cNvSpPr>
          <p:nvPr/>
        </p:nvSpPr>
        <p:spPr>
          <a:xfrm xmlns:a="http://schemas.openxmlformats.org/drawingml/2006/main">
            <a:off x="685800" y="5581650"/>
            <a:ext cx="10820400" cy="685800"/>
          </a:xfrm>
          <a:prstGeom xmlns:a="http://schemas.openxmlformats.org/drawingml/2006/main" prst="rect">
            <a:avLst/>
          </a:prstGeom>
          <a:solidFill xmlns:a="http://schemas.openxmlformats.org/drawingml/2006/main">
            <a:srgbClr val="FFFDF8"/>
          </a:solidFill>
          <a:ln xmlns:a="http://schemas.openxmlformats.org/drawingml/2006/main" w="0">
            <a:solidFill>
              <a:srgbClr val="D8D2C5"/>
            </a:solidFill>
            <a:prstDash val="solid"/>
          </a:ln>
        </p:spPr>
      </p:sp>
      <p:sp>
        <p:nvSpPr>
          <p:cNvPr id="62" name="rect-0288">
            <a:extLst xmlns:a="http://schemas.openxmlformats.org/drawingml/2006/main">
              <a:ext uri="{FF2B5EF4-FFF2-40B4-BE49-F238E27FC236}">
                <a16:creationId xmlns:a16="http://schemas.microsoft.com/office/drawing/2014/main" id="{24C77FCB-31B8-49B9-94DC-A5B7B192A32E}"/>
              </a:ext>
            </a:extLst>
          </p:cNvPr>
          <p:cNvSpPr>
            <a:spLocks xmlns:a="http://schemas.openxmlformats.org/drawingml/2006/main" noGrp="1"/>
          </p:cNvSpPr>
          <p:nvPr/>
        </p:nvSpPr>
        <p:spPr>
          <a:xfrm xmlns:a="http://schemas.openxmlformats.org/drawingml/2006/main">
            <a:off x="685800" y="5581650"/>
            <a:ext cx="57150" cy="68580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63" name="text-0289">
            <a:extLst xmlns:a="http://schemas.openxmlformats.org/drawingml/2006/main">
              <a:ext uri="{FF2B5EF4-FFF2-40B4-BE49-F238E27FC236}">
                <a16:creationId xmlns:a16="http://schemas.microsoft.com/office/drawing/2014/main" id="{087EE50A-4AA4-4AC7-A7D3-61B2862B9D15}"/>
              </a:ext>
            </a:extLst>
          </p:cNvPr>
          <p:cNvSpPr>
            <a:spLocks xmlns:a="http://schemas.openxmlformats.org/drawingml/2006/main" noGrp="1"/>
          </p:cNvSpPr>
          <p:nvPr/>
        </p:nvSpPr>
        <p:spPr>
          <a:xfrm xmlns:a="http://schemas.openxmlformats.org/drawingml/2006/main">
            <a:off x="933450" y="572452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182338"/>
                </a:solidFill>
                <a:latin typeface="PingFang SC"/>
                <a:ea typeface="PingFang SC"/>
                <a:cs typeface="PingFang SC"/>
              </a:defRPr>
            </a:pPr>
            <a:r>
              <a:rPr sz="1800" b="1">
                <a:solidFill>
                  <a:srgbClr val="182338"/>
                </a:solidFill>
                <a:latin typeface="PingFang SC"/>
                <a:ea typeface="PingFang SC"/>
                <a:cs typeface="PingFang SC"/>
              </a:rPr>
              <a:t>大模型像“大脑”；Agent让它接上感官、记忆、工具和行动能力。</a:t>
            </a:r>
          </a:p>
        </p:txBody>
      </p:sp>
      <p:sp>
        <p:nvSpPr>
          <p:cNvPr id="64" name="text-0290">
            <a:extLst xmlns:a="http://schemas.openxmlformats.org/drawingml/2006/main">
              <a:ext uri="{FF2B5EF4-FFF2-40B4-BE49-F238E27FC236}">
                <a16:creationId xmlns:a16="http://schemas.microsoft.com/office/drawing/2014/main" id="{3D11D43E-1002-49FD-9D79-15D0D840C6FD}"/>
              </a:ext>
            </a:extLst>
          </p:cNvPr>
          <p:cNvSpPr>
            <a:spLocks xmlns:a="http://schemas.openxmlformats.org/drawingml/2006/main" noGrp="1"/>
          </p:cNvSpPr>
          <p:nvPr/>
        </p:nvSpPr>
        <p:spPr>
          <a:xfrm xmlns:a="http://schemas.openxmlformats.org/drawingml/2006/main">
            <a:off x="685800" y="636270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87287"/>
                </a:solidFill>
                <a:latin typeface="PingFang SC"/>
                <a:ea typeface="PingFang SC"/>
                <a:cs typeface="PingFang SC"/>
              </a:defRPr>
            </a:pPr>
            <a:r>
              <a:rPr sz="825" b="0">
                <a:solidFill>
                  <a:srgbClr val="687287"/>
                </a:solidFill>
                <a:latin typeface="PingFang SC"/>
                <a:ea typeface="PingFang SC"/>
                <a:cs typeface="PingFang SC"/>
              </a:rPr>
              <a:t>这是教学类比，不代表AI具有人类意识、人格或责任主体资格。</a:t>
            </a:r>
          </a:p>
        </p:txBody>
      </p:sp>
    </p:spTree>
    <p:extLst>
      <p:ext uri="{BB962C8B-B14F-4D97-AF65-F5344CB8AC3E}">
        <p14:creationId xmlns:p14="http://schemas.microsoft.com/office/powerpoint/2010/main" val="1707223948"/>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50" name="rect-0291">
            <a:extLst xmlns:a="http://schemas.openxmlformats.org/drawingml/2006/main">
              <a:ext uri="{FF2B5EF4-FFF2-40B4-BE49-F238E27FC236}">
                <a16:creationId xmlns:a16="http://schemas.microsoft.com/office/drawing/2014/main" id="{1AA781EF-54FA-445A-BF83-E14DCE357023}"/>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 name="rect-0292">
            <a:extLst xmlns:a="http://schemas.openxmlformats.org/drawingml/2006/main">
              <a:ext uri="{FF2B5EF4-FFF2-40B4-BE49-F238E27FC236}">
                <a16:creationId xmlns:a16="http://schemas.microsoft.com/office/drawing/2014/main" id="{333CF217-B1CA-429E-AACC-96D9D298176A}"/>
              </a:ext>
            </a:extLst>
          </p:cNvPr>
          <p:cNvSpPr>
            <a:spLocks xmlns:a="http://schemas.openxmlformats.org/drawingml/2006/main" noGrp="1"/>
          </p:cNvSpPr>
          <p:nvPr/>
        </p:nvSpPr>
        <p:spPr>
          <a:xfrm xmlns:a="http://schemas.openxmlformats.org/drawingml/2006/main">
            <a:off x="838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3" name="rect-0293">
            <a:extLst xmlns:a="http://schemas.openxmlformats.org/drawingml/2006/main">
              <a:ext uri="{FF2B5EF4-FFF2-40B4-BE49-F238E27FC236}">
                <a16:creationId xmlns:a16="http://schemas.microsoft.com/office/drawing/2014/main" id="{5645D7BF-EE04-4C5F-837D-ACBB12F670FE}"/>
              </a:ext>
            </a:extLst>
          </p:cNvPr>
          <p:cNvSpPr>
            <a:spLocks xmlns:a="http://schemas.openxmlformats.org/drawingml/2006/main" noGrp="1"/>
          </p:cNvSpPr>
          <p:nvPr/>
        </p:nvSpPr>
        <p:spPr>
          <a:xfrm xmlns:a="http://schemas.openxmlformats.org/drawingml/2006/main">
            <a:off x="1676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4" name="rect-0294">
            <a:extLst xmlns:a="http://schemas.openxmlformats.org/drawingml/2006/main">
              <a:ext uri="{FF2B5EF4-FFF2-40B4-BE49-F238E27FC236}">
                <a16:creationId xmlns:a16="http://schemas.microsoft.com/office/drawing/2014/main" id="{8EB1DC28-A9CD-48B2-A58C-DCCD68640EC2}"/>
              </a:ext>
            </a:extLst>
          </p:cNvPr>
          <p:cNvSpPr>
            <a:spLocks xmlns:a="http://schemas.openxmlformats.org/drawingml/2006/main" noGrp="1"/>
          </p:cNvSpPr>
          <p:nvPr/>
        </p:nvSpPr>
        <p:spPr>
          <a:xfrm xmlns:a="http://schemas.openxmlformats.org/drawingml/2006/main">
            <a:off x="2514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5" name="rect-0295">
            <a:extLst xmlns:a="http://schemas.openxmlformats.org/drawingml/2006/main">
              <a:ext uri="{FF2B5EF4-FFF2-40B4-BE49-F238E27FC236}">
                <a16:creationId xmlns:a16="http://schemas.microsoft.com/office/drawing/2014/main" id="{2B1971E1-969F-42F5-AEA5-E02D6CAD8FE5}"/>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6" name="rect-0296">
            <a:extLst xmlns:a="http://schemas.openxmlformats.org/drawingml/2006/main">
              <a:ext uri="{FF2B5EF4-FFF2-40B4-BE49-F238E27FC236}">
                <a16:creationId xmlns:a16="http://schemas.microsoft.com/office/drawing/2014/main" id="{E425F452-7817-4D5C-B5CC-B8F8D29679FF}"/>
              </a:ext>
            </a:extLst>
          </p:cNvPr>
          <p:cNvSpPr>
            <a:spLocks xmlns:a="http://schemas.openxmlformats.org/drawingml/2006/main" noGrp="1"/>
          </p:cNvSpPr>
          <p:nvPr/>
        </p:nvSpPr>
        <p:spPr>
          <a:xfrm xmlns:a="http://schemas.openxmlformats.org/drawingml/2006/main">
            <a:off x="4191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7" name="rect-0297">
            <a:extLst xmlns:a="http://schemas.openxmlformats.org/drawingml/2006/main">
              <a:ext uri="{FF2B5EF4-FFF2-40B4-BE49-F238E27FC236}">
                <a16:creationId xmlns:a16="http://schemas.microsoft.com/office/drawing/2014/main" id="{DC10F2AD-B899-4181-9E4A-C4721EEC647F}"/>
              </a:ext>
            </a:extLst>
          </p:cNvPr>
          <p:cNvSpPr>
            <a:spLocks xmlns:a="http://schemas.openxmlformats.org/drawingml/2006/main" noGrp="1"/>
          </p:cNvSpPr>
          <p:nvPr/>
        </p:nvSpPr>
        <p:spPr>
          <a:xfrm xmlns:a="http://schemas.openxmlformats.org/drawingml/2006/main">
            <a:off x="5029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8" name="rect-0298">
            <a:extLst xmlns:a="http://schemas.openxmlformats.org/drawingml/2006/main">
              <a:ext uri="{FF2B5EF4-FFF2-40B4-BE49-F238E27FC236}">
                <a16:creationId xmlns:a16="http://schemas.microsoft.com/office/drawing/2014/main" id="{C624E810-090C-424C-ABDD-86C34E1D921A}"/>
              </a:ext>
            </a:extLst>
          </p:cNvPr>
          <p:cNvSpPr>
            <a:spLocks xmlns:a="http://schemas.openxmlformats.org/drawingml/2006/main" noGrp="1"/>
          </p:cNvSpPr>
          <p:nvPr/>
        </p:nvSpPr>
        <p:spPr>
          <a:xfrm xmlns:a="http://schemas.openxmlformats.org/drawingml/2006/main">
            <a:off x="5867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9" name="rect-0299">
            <a:extLst xmlns:a="http://schemas.openxmlformats.org/drawingml/2006/main">
              <a:ext uri="{FF2B5EF4-FFF2-40B4-BE49-F238E27FC236}">
                <a16:creationId xmlns:a16="http://schemas.microsoft.com/office/drawing/2014/main" id="{6454B81E-20F2-48C8-89E3-B3DD794B04D1}"/>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0" name="rect-0300">
            <a:extLst xmlns:a="http://schemas.openxmlformats.org/drawingml/2006/main">
              <a:ext uri="{FF2B5EF4-FFF2-40B4-BE49-F238E27FC236}">
                <a16:creationId xmlns:a16="http://schemas.microsoft.com/office/drawing/2014/main" id="{871C3380-CCBC-48AE-B3DD-54F8DDD22C21}"/>
              </a:ext>
            </a:extLst>
          </p:cNvPr>
          <p:cNvSpPr>
            <a:spLocks xmlns:a="http://schemas.openxmlformats.org/drawingml/2006/main" noGrp="1"/>
          </p:cNvSpPr>
          <p:nvPr/>
        </p:nvSpPr>
        <p:spPr>
          <a:xfrm xmlns:a="http://schemas.openxmlformats.org/drawingml/2006/main">
            <a:off x="7543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1" name="rect-0301">
            <a:extLst xmlns:a="http://schemas.openxmlformats.org/drawingml/2006/main">
              <a:ext uri="{FF2B5EF4-FFF2-40B4-BE49-F238E27FC236}">
                <a16:creationId xmlns:a16="http://schemas.microsoft.com/office/drawing/2014/main" id="{46EAC7BC-C2D9-4DD3-95B0-CCC0562340A2}"/>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2" name="rect-0302">
            <a:extLst xmlns:a="http://schemas.openxmlformats.org/drawingml/2006/main">
              <a:ext uri="{FF2B5EF4-FFF2-40B4-BE49-F238E27FC236}">
                <a16:creationId xmlns:a16="http://schemas.microsoft.com/office/drawing/2014/main" id="{29CE6218-908D-4E38-85CB-EA8C9514C90D}"/>
              </a:ext>
            </a:extLst>
          </p:cNvPr>
          <p:cNvSpPr>
            <a:spLocks xmlns:a="http://schemas.openxmlformats.org/drawingml/2006/main" noGrp="1"/>
          </p:cNvSpPr>
          <p:nvPr/>
        </p:nvSpPr>
        <p:spPr>
          <a:xfrm xmlns:a="http://schemas.openxmlformats.org/drawingml/2006/main">
            <a:off x="9220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3" name="rect-0303">
            <a:extLst xmlns:a="http://schemas.openxmlformats.org/drawingml/2006/main">
              <a:ext uri="{FF2B5EF4-FFF2-40B4-BE49-F238E27FC236}">
                <a16:creationId xmlns:a16="http://schemas.microsoft.com/office/drawing/2014/main" id="{2F336730-9562-4DFA-B87A-878F891992FB}"/>
              </a:ext>
            </a:extLst>
          </p:cNvPr>
          <p:cNvSpPr>
            <a:spLocks xmlns:a="http://schemas.openxmlformats.org/drawingml/2006/main" noGrp="1"/>
          </p:cNvSpPr>
          <p:nvPr/>
        </p:nvSpPr>
        <p:spPr>
          <a:xfrm xmlns:a="http://schemas.openxmlformats.org/drawingml/2006/main">
            <a:off x="10058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4" name="rect-0304">
            <a:extLst xmlns:a="http://schemas.openxmlformats.org/drawingml/2006/main">
              <a:ext uri="{FF2B5EF4-FFF2-40B4-BE49-F238E27FC236}">
                <a16:creationId xmlns:a16="http://schemas.microsoft.com/office/drawing/2014/main" id="{1B568004-7606-4224-96C9-8400F252C2ED}"/>
              </a:ext>
            </a:extLst>
          </p:cNvPr>
          <p:cNvSpPr>
            <a:spLocks xmlns:a="http://schemas.openxmlformats.org/drawingml/2006/main" noGrp="1"/>
          </p:cNvSpPr>
          <p:nvPr/>
        </p:nvSpPr>
        <p:spPr>
          <a:xfrm xmlns:a="http://schemas.openxmlformats.org/drawingml/2006/main">
            <a:off x="10896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5" name="rect-0305">
            <a:extLst xmlns:a="http://schemas.openxmlformats.org/drawingml/2006/main">
              <a:ext uri="{FF2B5EF4-FFF2-40B4-BE49-F238E27FC236}">
                <a16:creationId xmlns:a16="http://schemas.microsoft.com/office/drawing/2014/main" id="{65477EC0-7D82-4DB8-AF5E-32F6091EDF78}"/>
              </a:ext>
            </a:extLst>
          </p:cNvPr>
          <p:cNvSpPr>
            <a:spLocks xmlns:a="http://schemas.openxmlformats.org/drawingml/2006/main" noGrp="1"/>
          </p:cNvSpPr>
          <p:nvPr/>
        </p:nvSpPr>
        <p:spPr>
          <a:xfrm xmlns:a="http://schemas.openxmlformats.org/drawingml/2006/main">
            <a:off x="11734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6" name="rect-0306">
            <a:extLst xmlns:a="http://schemas.openxmlformats.org/drawingml/2006/main">
              <a:ext uri="{FF2B5EF4-FFF2-40B4-BE49-F238E27FC236}">
                <a16:creationId xmlns:a16="http://schemas.microsoft.com/office/drawing/2014/main" id="{97C8256C-97F9-4919-A818-AD51C013CBCA}"/>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7" name="rect-0307">
            <a:extLst xmlns:a="http://schemas.openxmlformats.org/drawingml/2006/main">
              <a:ext uri="{FF2B5EF4-FFF2-40B4-BE49-F238E27FC236}">
                <a16:creationId xmlns:a16="http://schemas.microsoft.com/office/drawing/2014/main" id="{E846EFEA-DBA1-469F-A5C0-C5A0DBBEF13D}"/>
              </a:ext>
            </a:extLst>
          </p:cNvPr>
          <p:cNvSpPr>
            <a:spLocks xmlns:a="http://schemas.openxmlformats.org/drawingml/2006/main" noGrp="1"/>
          </p:cNvSpPr>
          <p:nvPr/>
        </p:nvSpPr>
        <p:spPr>
          <a:xfrm xmlns:a="http://schemas.openxmlformats.org/drawingml/2006/main">
            <a:off x="0" y="838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8" name="rect-0308">
            <a:extLst xmlns:a="http://schemas.openxmlformats.org/drawingml/2006/main">
              <a:ext uri="{FF2B5EF4-FFF2-40B4-BE49-F238E27FC236}">
                <a16:creationId xmlns:a16="http://schemas.microsoft.com/office/drawing/2014/main" id="{0A2B4BB7-71AB-49BB-82B9-C04242914978}"/>
              </a:ext>
            </a:extLst>
          </p:cNvPr>
          <p:cNvSpPr>
            <a:spLocks xmlns:a="http://schemas.openxmlformats.org/drawingml/2006/main" noGrp="1"/>
          </p:cNvSpPr>
          <p:nvPr/>
        </p:nvSpPr>
        <p:spPr>
          <a:xfrm xmlns:a="http://schemas.openxmlformats.org/drawingml/2006/main">
            <a:off x="0" y="1676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9" name="rect-0309">
            <a:extLst xmlns:a="http://schemas.openxmlformats.org/drawingml/2006/main">
              <a:ext uri="{FF2B5EF4-FFF2-40B4-BE49-F238E27FC236}">
                <a16:creationId xmlns:a16="http://schemas.microsoft.com/office/drawing/2014/main" id="{1CC92933-6713-4668-9337-25F4D4EAEB49}"/>
              </a:ext>
            </a:extLst>
          </p:cNvPr>
          <p:cNvSpPr>
            <a:spLocks xmlns:a="http://schemas.openxmlformats.org/drawingml/2006/main" noGrp="1"/>
          </p:cNvSpPr>
          <p:nvPr/>
        </p:nvSpPr>
        <p:spPr>
          <a:xfrm xmlns:a="http://schemas.openxmlformats.org/drawingml/2006/main">
            <a:off x="0" y="2514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0" name="rect-0310">
            <a:extLst xmlns:a="http://schemas.openxmlformats.org/drawingml/2006/main">
              <a:ext uri="{FF2B5EF4-FFF2-40B4-BE49-F238E27FC236}">
                <a16:creationId xmlns:a16="http://schemas.microsoft.com/office/drawing/2014/main" id="{2B656A8C-97D5-4DFB-AF7B-6915A9DB61F2}"/>
              </a:ext>
            </a:extLst>
          </p:cNvPr>
          <p:cNvSpPr>
            <a:spLocks xmlns:a="http://schemas.openxmlformats.org/drawingml/2006/main" noGrp="1"/>
          </p:cNvSpPr>
          <p:nvPr/>
        </p:nvSpPr>
        <p:spPr>
          <a:xfrm xmlns:a="http://schemas.openxmlformats.org/drawingml/2006/main">
            <a:off x="0" y="33528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1" name="rect-0311">
            <a:extLst xmlns:a="http://schemas.openxmlformats.org/drawingml/2006/main">
              <a:ext uri="{FF2B5EF4-FFF2-40B4-BE49-F238E27FC236}">
                <a16:creationId xmlns:a16="http://schemas.microsoft.com/office/drawing/2014/main" id="{39464427-3B9A-41A2-BBEC-8ED470E65E4B}"/>
              </a:ext>
            </a:extLst>
          </p:cNvPr>
          <p:cNvSpPr>
            <a:spLocks xmlns:a="http://schemas.openxmlformats.org/drawingml/2006/main" noGrp="1"/>
          </p:cNvSpPr>
          <p:nvPr/>
        </p:nvSpPr>
        <p:spPr>
          <a:xfrm xmlns:a="http://schemas.openxmlformats.org/drawingml/2006/main">
            <a:off x="0" y="41910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2" name="rect-0312">
            <a:extLst xmlns:a="http://schemas.openxmlformats.org/drawingml/2006/main">
              <a:ext uri="{FF2B5EF4-FFF2-40B4-BE49-F238E27FC236}">
                <a16:creationId xmlns:a16="http://schemas.microsoft.com/office/drawing/2014/main" id="{3C419F6F-194B-4385-BDAC-BD4F9C875991}"/>
              </a:ext>
            </a:extLst>
          </p:cNvPr>
          <p:cNvSpPr>
            <a:spLocks xmlns:a="http://schemas.openxmlformats.org/drawingml/2006/main" noGrp="1"/>
          </p:cNvSpPr>
          <p:nvPr/>
        </p:nvSpPr>
        <p:spPr>
          <a:xfrm xmlns:a="http://schemas.openxmlformats.org/drawingml/2006/main">
            <a:off x="0" y="5029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3" name="rect-0313">
            <a:extLst xmlns:a="http://schemas.openxmlformats.org/drawingml/2006/main">
              <a:ext uri="{FF2B5EF4-FFF2-40B4-BE49-F238E27FC236}">
                <a16:creationId xmlns:a16="http://schemas.microsoft.com/office/drawing/2014/main" id="{01FC7989-756D-4B42-B76F-80F650A97DC5}"/>
              </a:ext>
            </a:extLst>
          </p:cNvPr>
          <p:cNvSpPr>
            <a:spLocks xmlns:a="http://schemas.openxmlformats.org/drawingml/2006/main" noGrp="1"/>
          </p:cNvSpPr>
          <p:nvPr/>
        </p:nvSpPr>
        <p:spPr>
          <a:xfrm xmlns:a="http://schemas.openxmlformats.org/drawingml/2006/main">
            <a:off x="0" y="5867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4" name="rect-0314">
            <a:extLst xmlns:a="http://schemas.openxmlformats.org/drawingml/2006/main">
              <a:ext uri="{FF2B5EF4-FFF2-40B4-BE49-F238E27FC236}">
                <a16:creationId xmlns:a16="http://schemas.microsoft.com/office/drawing/2014/main" id="{0546DB1C-6D9C-4E25-87A1-229A2C671AE0}"/>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5" name="rect-0315">
            <a:extLst xmlns:a="http://schemas.openxmlformats.org/drawingml/2006/main">
              <a:ext uri="{FF2B5EF4-FFF2-40B4-BE49-F238E27FC236}">
                <a16:creationId xmlns:a16="http://schemas.microsoft.com/office/drawing/2014/main" id="{E4391AC9-C9C7-4CE7-B839-AEB6BA5D5732}"/>
              </a:ext>
            </a:extLst>
          </p:cNvPr>
          <p:cNvSpPr>
            <a:spLocks xmlns:a="http://schemas.openxmlformats.org/drawingml/2006/main" noGrp="1"/>
          </p:cNvSpPr>
          <p:nvPr/>
        </p:nvSpPr>
        <p:spPr>
          <a:xfrm xmlns:a="http://schemas.openxmlformats.org/drawingml/2006/main">
            <a:off x="0" y="0"/>
            <a:ext cx="3171825" cy="7620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26" name="rect-0316">
            <a:extLst xmlns:a="http://schemas.openxmlformats.org/drawingml/2006/main">
              <a:ext uri="{FF2B5EF4-FFF2-40B4-BE49-F238E27FC236}">
                <a16:creationId xmlns:a16="http://schemas.microsoft.com/office/drawing/2014/main" id="{647BE9C6-8232-4402-A017-3D90C9A64BFA}"/>
              </a:ext>
            </a:extLst>
          </p:cNvPr>
          <p:cNvSpPr>
            <a:spLocks xmlns:a="http://schemas.openxmlformats.org/drawingml/2006/main" noGrp="1"/>
          </p:cNvSpPr>
          <p:nvPr/>
        </p:nvSpPr>
        <p:spPr>
          <a:xfrm xmlns:a="http://schemas.openxmlformats.org/drawingml/2006/main">
            <a:off x="3171825" y="0"/>
            <a:ext cx="1952625" cy="76200"/>
          </a:xfrm>
          <a:prstGeom xmlns:a="http://schemas.openxmlformats.org/drawingml/2006/main" prst="rect">
            <a:avLst/>
          </a:prstGeom>
          <a:solidFill xmlns:a="http://schemas.openxmlformats.org/drawingml/2006/main">
            <a:srgbClr val="B8842F"/>
          </a:solidFill>
          <a:ln xmlns:a="http://schemas.openxmlformats.org/drawingml/2006/main" w="0">
            <a:noFill/>
            <a:prstDash val="solid"/>
          </a:ln>
        </p:spPr>
      </p:sp>
      <p:sp>
        <p:nvSpPr>
          <p:cNvPr id="27" name="rect-0317">
            <a:extLst xmlns:a="http://schemas.openxmlformats.org/drawingml/2006/main">
              <a:ext uri="{FF2B5EF4-FFF2-40B4-BE49-F238E27FC236}">
                <a16:creationId xmlns:a16="http://schemas.microsoft.com/office/drawing/2014/main" id="{CEF9514D-AAE1-47FC-AFBD-ED67A6DE510C}"/>
              </a:ext>
            </a:extLst>
          </p:cNvPr>
          <p:cNvSpPr>
            <a:spLocks xmlns:a="http://schemas.openxmlformats.org/drawingml/2006/main" noGrp="1"/>
          </p:cNvSpPr>
          <p:nvPr/>
        </p:nvSpPr>
        <p:spPr>
          <a:xfrm xmlns:a="http://schemas.openxmlformats.org/drawingml/2006/main">
            <a:off x="5124450" y="0"/>
            <a:ext cx="7067550" cy="76200"/>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45c365828db54df7">
            <a:extLst>
              <a:ext uri="{96DAC541-7B7A-43D3-8B79-37D633B846F1}">
                <asvg:svgBlip xmlns:asvg="http://schemas.microsoft.com/office/drawing/2016/SVG/main" r:embed="R896fec0774494eef"/>
              </a:ext>
            </a:extLst>
          </a:blip>
          <a:stretch xmlns:a="http://schemas.openxmlformats.org/drawingml/2006/main"/>
        </p:blipFill>
        <p:spPr>
          <a:xfrm xmlns:a="http://schemas.openxmlformats.org/drawingml/2006/main">
            <a:off x="9871043" y="289560"/>
            <a:ext cx="1863757" cy="539115"/>
          </a:xfrm>
          <a:prstGeom xmlns:a="http://schemas.openxmlformats.org/drawingml/2006/main" prst="rect">
            <a:avLst/>
          </a:prstGeom>
        </p:spPr>
      </p:pic>
      <p:sp>
        <p:nvSpPr>
          <p:cNvPr id="29" name="text-0318">
            <a:extLst xmlns:a="http://schemas.openxmlformats.org/drawingml/2006/main">
              <a:ext uri="{FF2B5EF4-FFF2-40B4-BE49-F238E27FC236}">
                <a16:creationId xmlns:a16="http://schemas.microsoft.com/office/drawing/2014/main" id="{F15891C7-0C68-4FC0-9302-9E38AE077B2E}"/>
              </a:ext>
            </a:extLst>
          </p:cNvPr>
          <p:cNvSpPr>
            <a:spLocks xmlns:a="http://schemas.openxmlformats.org/drawingml/2006/main" noGrp="1"/>
          </p:cNvSpPr>
          <p:nvPr/>
        </p:nvSpPr>
        <p:spPr>
          <a:xfrm xmlns:a="http://schemas.openxmlformats.org/drawingml/2006/main">
            <a:off x="685800" y="6572250"/>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87287"/>
                </a:solidFill>
                <a:latin typeface="PingFang SC"/>
                <a:ea typeface="PingFang SC"/>
                <a:cs typeface="PingFang SC"/>
              </a:defRPr>
            </a:pPr>
            <a:r>
              <a:rPr sz="825" b="0">
                <a:solidFill>
                  <a:srgbClr val="687287"/>
                </a:solidFill>
                <a:latin typeface="PingFang SC"/>
                <a:ea typeface="PingFang SC"/>
                <a:cs typeface="PingFang SC"/>
              </a:rPr>
              <a:t>开放东方 · AI使用培训</a:t>
            </a:r>
          </a:p>
        </p:txBody>
      </p:sp>
      <p:sp>
        <p:nvSpPr>
          <p:cNvPr id="30" name="text-0319">
            <a:extLst xmlns:a="http://schemas.openxmlformats.org/drawingml/2006/main">
              <a:ext uri="{FF2B5EF4-FFF2-40B4-BE49-F238E27FC236}">
                <a16:creationId xmlns:a16="http://schemas.microsoft.com/office/drawing/2014/main" id="{9242D4A9-B1F8-4274-8E6E-68AAF1A8F382}"/>
              </a:ext>
            </a:extLst>
          </p:cNvPr>
          <p:cNvSpPr>
            <a:spLocks xmlns:a="http://schemas.openxmlformats.org/drawingml/2006/main" noGrp="1"/>
          </p:cNvSpPr>
          <p:nvPr/>
        </p:nvSpPr>
        <p:spPr>
          <a:xfrm xmlns:a="http://schemas.openxmlformats.org/drawingml/2006/main">
            <a:off x="11239500" y="65151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A74335"/>
                </a:solidFill>
                <a:latin typeface="PingFang SC"/>
                <a:ea typeface="PingFang SC"/>
                <a:cs typeface="PingFang SC"/>
              </a:defRPr>
            </a:pPr>
            <a:r>
              <a:rPr sz="975" b="1">
                <a:solidFill>
                  <a:srgbClr val="A74335"/>
                </a:solidFill>
                <a:latin typeface="PingFang SC"/>
                <a:ea typeface="PingFang SC"/>
                <a:cs typeface="PingFang SC"/>
              </a:rPr>
              <a:t>06</a:t>
            </a:r>
          </a:p>
        </p:txBody>
      </p:sp>
      <p:sp>
        <p:nvSpPr>
          <p:cNvPr id="31" name="rect-0320">
            <a:extLst xmlns:a="http://schemas.openxmlformats.org/drawingml/2006/main">
              <a:ext uri="{FF2B5EF4-FFF2-40B4-BE49-F238E27FC236}">
                <a16:creationId xmlns:a16="http://schemas.microsoft.com/office/drawing/2014/main" id="{339BCB1E-C52C-4C5F-948A-FB41A69C2397}"/>
              </a:ext>
            </a:extLst>
          </p:cNvPr>
          <p:cNvSpPr>
            <a:spLocks xmlns:a="http://schemas.openxmlformats.org/drawingml/2006/main" noGrp="1"/>
          </p:cNvSpPr>
          <p:nvPr/>
        </p:nvSpPr>
        <p:spPr>
          <a:xfrm xmlns:a="http://schemas.openxmlformats.org/drawingml/2006/main">
            <a:off x="685800" y="619125"/>
            <a:ext cx="323850" cy="28575"/>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32" name="text-0321">
            <a:extLst xmlns:a="http://schemas.openxmlformats.org/drawingml/2006/main">
              <a:ext uri="{FF2B5EF4-FFF2-40B4-BE49-F238E27FC236}">
                <a16:creationId xmlns:a16="http://schemas.microsoft.com/office/drawing/2014/main" id="{CF61DB03-D997-4A8C-82C6-9BEE90FABAA7}"/>
              </a:ext>
            </a:extLst>
          </p:cNvPr>
          <p:cNvSpPr>
            <a:spLocks xmlns:a="http://schemas.openxmlformats.org/drawingml/2006/main" noGrp="1"/>
          </p:cNvSpPr>
          <p:nvPr/>
        </p:nvSpPr>
        <p:spPr>
          <a:xfrm xmlns:a="http://schemas.openxmlformats.org/drawingml/2006/main">
            <a:off x="1123950" y="504825"/>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335"/>
                </a:solidFill>
                <a:latin typeface="PingFang SC"/>
                <a:ea typeface="PingFang SC"/>
                <a:cs typeface="PingFang SC"/>
              </a:defRPr>
            </a:pPr>
            <a:r>
              <a:rPr sz="1125" b="1">
                <a:solidFill>
                  <a:srgbClr val="A74335"/>
                </a:solidFill>
                <a:latin typeface="PingFang SC"/>
                <a:ea typeface="PingFang SC"/>
                <a:cs typeface="PingFang SC"/>
              </a:rPr>
              <a:t>05 · 一个帮助理解的教学比喻</a:t>
            </a:r>
          </a:p>
        </p:txBody>
      </p:sp>
      <p:sp>
        <p:nvSpPr>
          <p:cNvPr id="33" name="rect-0322">
            <a:extLst xmlns:a="http://schemas.openxmlformats.org/drawingml/2006/main">
              <a:ext uri="{FF2B5EF4-FFF2-40B4-BE49-F238E27FC236}">
                <a16:creationId xmlns:a16="http://schemas.microsoft.com/office/drawing/2014/main" id="{54E78593-D0B3-4346-A257-B8A4BD152BEC}"/>
              </a:ext>
            </a:extLst>
          </p:cNvPr>
          <p:cNvSpPr>
            <a:spLocks xmlns:a="http://schemas.openxmlformats.org/drawingml/2006/main" noGrp="1"/>
          </p:cNvSpPr>
          <p:nvPr/>
        </p:nvSpPr>
        <p:spPr>
          <a:xfrm xmlns:a="http://schemas.openxmlformats.org/drawingml/2006/main">
            <a:off x="685800" y="904875"/>
            <a:ext cx="3143250" cy="323850"/>
          </a:xfrm>
          <a:prstGeom xmlns:a="http://schemas.openxmlformats.org/drawingml/2006/main" prst="roundRect">
            <a:avLst>
              <a:gd name="adj" fmla="val 47059"/>
            </a:avLst>
          </a:prstGeom>
          <a:solidFill xmlns:a="http://schemas.openxmlformats.org/drawingml/2006/main">
            <a:srgbClr val="FFFDF8"/>
          </a:solidFill>
          <a:ln xmlns:a="http://schemas.openxmlformats.org/drawingml/2006/main" w="9525">
            <a:solidFill>
              <a:srgbClr val="D8D2C5"/>
            </a:solidFill>
            <a:prstDash val="solid"/>
          </a:ln>
        </p:spPr>
      </p:sp>
      <p:sp>
        <p:nvSpPr>
          <p:cNvPr id="34" name="text-0323">
            <a:extLst xmlns:a="http://schemas.openxmlformats.org/drawingml/2006/main">
              <a:ext uri="{FF2B5EF4-FFF2-40B4-BE49-F238E27FC236}">
                <a16:creationId xmlns:a16="http://schemas.microsoft.com/office/drawing/2014/main" id="{7C01092E-14DD-4DD2-9AFE-105E64785988}"/>
              </a:ext>
            </a:extLst>
          </p:cNvPr>
          <p:cNvSpPr>
            <a:spLocks xmlns:a="http://schemas.openxmlformats.org/drawingml/2006/main" noGrp="1"/>
          </p:cNvSpPr>
          <p:nvPr/>
        </p:nvSpPr>
        <p:spPr>
          <a:xfrm xmlns:a="http://schemas.openxmlformats.org/drawingml/2006/main">
            <a:off x="838200" y="9810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687287"/>
                </a:solidFill>
                <a:latin typeface="PingFang SC"/>
                <a:ea typeface="PingFang SC"/>
                <a:cs typeface="PingFang SC"/>
              </a:defRPr>
            </a:pPr>
            <a:r>
              <a:rPr sz="900" b="1">
                <a:solidFill>
                  <a:srgbClr val="687287"/>
                </a:solidFill>
                <a:latin typeface="PingFang SC"/>
                <a:ea typeface="PingFang SC"/>
                <a:cs typeface="PingFang SC"/>
              </a:rPr>
              <a:t>这是比喻，不是专业资质或可靠性证明</a:t>
            </a:r>
          </a:p>
        </p:txBody>
      </p:sp>
      <p:sp>
        <p:nvSpPr>
          <p:cNvPr id="35" name="text-0324">
            <a:extLst xmlns:a="http://schemas.openxmlformats.org/drawingml/2006/main">
              <a:ext uri="{FF2B5EF4-FFF2-40B4-BE49-F238E27FC236}">
                <a16:creationId xmlns:a16="http://schemas.microsoft.com/office/drawing/2014/main" id="{59B176D8-E041-4865-A724-809C0FDECCF8}"/>
              </a:ext>
            </a:extLst>
          </p:cNvPr>
          <p:cNvSpPr>
            <a:spLocks xmlns:a="http://schemas.openxmlformats.org/drawingml/2006/main" noGrp="1"/>
          </p:cNvSpPr>
          <p:nvPr/>
        </p:nvSpPr>
        <p:spPr>
          <a:xfrm xmlns:a="http://schemas.openxmlformats.org/drawingml/2006/main">
            <a:off x="742950" y="1476375"/>
            <a:ext cx="9048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182338"/>
                </a:solidFill>
                <a:latin typeface="Songti SC"/>
                <a:ea typeface="Songti SC"/>
                <a:cs typeface="Songti SC"/>
              </a:defRPr>
            </a:pPr>
            <a:r>
              <a:rPr sz="3600" b="1">
                <a:solidFill>
                  <a:srgbClr val="182338"/>
                </a:solidFill>
                <a:latin typeface="Songti SC"/>
                <a:ea typeface="Songti SC"/>
                <a:cs typeface="Songti SC"/>
              </a:rPr>
              <a:t>AI智能体，相当于</a:t>
            </a:r>
          </a:p>
        </p:txBody>
      </p:sp>
      <p:sp>
        <p:nvSpPr>
          <p:cNvPr id="36" name="text-0325">
            <a:extLst xmlns:a="http://schemas.openxmlformats.org/drawingml/2006/main">
              <a:ext uri="{FF2B5EF4-FFF2-40B4-BE49-F238E27FC236}">
                <a16:creationId xmlns:a16="http://schemas.microsoft.com/office/drawing/2014/main" id="{B9C07260-A3C1-4EBF-9658-C046EFFDBF57}"/>
              </a:ext>
            </a:extLst>
          </p:cNvPr>
          <p:cNvSpPr>
            <a:spLocks xmlns:a="http://schemas.openxmlformats.org/drawingml/2006/main" noGrp="1"/>
          </p:cNvSpPr>
          <p:nvPr/>
        </p:nvSpPr>
        <p:spPr>
          <a:xfrm xmlns:a="http://schemas.openxmlformats.org/drawingml/2006/main">
            <a:off x="742950" y="2143125"/>
            <a:ext cx="9906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500" b="1">
                <a:solidFill>
                  <a:srgbClr val="2F5F83"/>
                </a:solidFill>
                <a:latin typeface="Songti SC"/>
                <a:ea typeface="Songti SC"/>
                <a:cs typeface="Songti SC"/>
              </a:defRPr>
            </a:pPr>
            <a:r>
              <a:rPr sz="4500" b="1">
                <a:solidFill>
                  <a:srgbClr val="2F5F83"/>
                </a:solidFill>
                <a:latin typeface="Songti SC"/>
                <a:ea typeface="Songti SC"/>
                <a:cs typeface="Songti SC"/>
              </a:rPr>
              <a:t>拥有所有学科博士学位的</a:t>
            </a:r>
          </a:p>
        </p:txBody>
      </p:sp>
      <p:sp>
        <p:nvSpPr>
          <p:cNvPr id="37" name="text-0326">
            <a:extLst xmlns:a="http://schemas.openxmlformats.org/drawingml/2006/main">
              <a:ext uri="{FF2B5EF4-FFF2-40B4-BE49-F238E27FC236}">
                <a16:creationId xmlns:a16="http://schemas.microsoft.com/office/drawing/2014/main" id="{A141607A-8B11-4029-93F3-C90DB169F280}"/>
              </a:ext>
            </a:extLst>
          </p:cNvPr>
          <p:cNvSpPr>
            <a:spLocks xmlns:a="http://schemas.openxmlformats.org/drawingml/2006/main" noGrp="1"/>
          </p:cNvSpPr>
          <p:nvPr/>
        </p:nvSpPr>
        <p:spPr>
          <a:xfrm xmlns:a="http://schemas.openxmlformats.org/drawingml/2006/main">
            <a:off x="742950" y="2905125"/>
            <a:ext cx="4762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5100" b="1">
                <a:solidFill>
                  <a:srgbClr val="A74335"/>
                </a:solidFill>
                <a:latin typeface="Songti SC"/>
                <a:ea typeface="Songti SC"/>
                <a:cs typeface="Songti SC"/>
              </a:defRPr>
            </a:pPr>
            <a:r>
              <a:rPr sz="5100" b="1">
                <a:solidFill>
                  <a:srgbClr val="A74335"/>
                </a:solidFill>
                <a:latin typeface="Songti SC"/>
                <a:ea typeface="Songti SC"/>
                <a:cs typeface="Songti SC"/>
              </a:rPr>
              <a:t>实习生。</a:t>
            </a:r>
          </a:p>
        </p:txBody>
      </p:sp>
      <p:sp>
        <p:nvSpPr>
          <p:cNvPr id="38" name="rect-0327">
            <a:extLst xmlns:a="http://schemas.openxmlformats.org/drawingml/2006/main">
              <a:ext uri="{FF2B5EF4-FFF2-40B4-BE49-F238E27FC236}">
                <a16:creationId xmlns:a16="http://schemas.microsoft.com/office/drawing/2014/main" id="{1EC5E842-6022-40EB-A5E6-04D2715C8688}"/>
              </a:ext>
            </a:extLst>
          </p:cNvPr>
          <p:cNvSpPr>
            <a:spLocks xmlns:a="http://schemas.openxmlformats.org/drawingml/2006/main" noGrp="1"/>
          </p:cNvSpPr>
          <p:nvPr/>
        </p:nvSpPr>
        <p:spPr>
          <a:xfrm xmlns:a="http://schemas.openxmlformats.org/drawingml/2006/main">
            <a:off x="742950" y="3857625"/>
            <a:ext cx="5143500" cy="1428750"/>
          </a:xfrm>
          <a:prstGeom xmlns:a="http://schemas.openxmlformats.org/drawingml/2006/main" prst="roundRect">
            <a:avLst>
              <a:gd name="adj" fmla="val 9333"/>
            </a:avLst>
          </a:prstGeom>
          <a:solidFill xmlns:a="http://schemas.openxmlformats.org/drawingml/2006/main">
            <a:srgbClr val="FFFDF8"/>
          </a:solidFill>
          <a:ln xmlns:a="http://schemas.openxmlformats.org/drawingml/2006/main" w="9525">
            <a:solidFill>
              <a:srgbClr val="D8D2C5"/>
            </a:solidFill>
            <a:prstDash val="solid"/>
          </a:ln>
        </p:spPr>
      </p:sp>
      <p:sp>
        <p:nvSpPr>
          <p:cNvPr id="39" name="rect-0328">
            <a:extLst xmlns:a="http://schemas.openxmlformats.org/drawingml/2006/main">
              <a:ext uri="{FF2B5EF4-FFF2-40B4-BE49-F238E27FC236}">
                <a16:creationId xmlns:a16="http://schemas.microsoft.com/office/drawing/2014/main" id="{76E61A0E-E3CC-4118-8D80-21237A20E75A}"/>
              </a:ext>
            </a:extLst>
          </p:cNvPr>
          <p:cNvSpPr>
            <a:spLocks xmlns:a="http://schemas.openxmlformats.org/drawingml/2006/main" noGrp="1"/>
          </p:cNvSpPr>
          <p:nvPr/>
        </p:nvSpPr>
        <p:spPr>
          <a:xfrm xmlns:a="http://schemas.openxmlformats.org/drawingml/2006/main">
            <a:off x="742950" y="3857625"/>
            <a:ext cx="5143500" cy="57150"/>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sp>
        <p:nvSpPr>
          <p:cNvPr id="40" name="text-0329">
            <a:extLst xmlns:a="http://schemas.openxmlformats.org/drawingml/2006/main">
              <a:ext uri="{FF2B5EF4-FFF2-40B4-BE49-F238E27FC236}">
                <a16:creationId xmlns:a16="http://schemas.microsoft.com/office/drawing/2014/main" id="{928B0872-FC20-4F91-B626-A1228DF02B80}"/>
              </a:ext>
            </a:extLst>
          </p:cNvPr>
          <p:cNvSpPr>
            <a:spLocks xmlns:a="http://schemas.openxmlformats.org/drawingml/2006/main" noGrp="1"/>
          </p:cNvSpPr>
          <p:nvPr/>
        </p:nvSpPr>
        <p:spPr>
          <a:xfrm xmlns:a="http://schemas.openxmlformats.org/drawingml/2006/main">
            <a:off x="933450" y="412432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82338"/>
                </a:solidFill>
                <a:latin typeface="PingFang SC"/>
                <a:ea typeface="PingFang SC"/>
                <a:cs typeface="PingFang SC"/>
              </a:defRPr>
            </a:pPr>
            <a:r>
              <a:rPr sz="1725" b="1">
                <a:solidFill>
                  <a:srgbClr val="182338"/>
                </a:solidFill>
                <a:latin typeface="PingFang SC"/>
                <a:ea typeface="PingFang SC"/>
                <a:cs typeface="PingFang SC"/>
              </a:rPr>
              <a:t>为什么像“博士”</a:t>
            </a:r>
          </a:p>
        </p:txBody>
      </p:sp>
      <p:sp>
        <p:nvSpPr>
          <p:cNvPr id="41" name="text-0330">
            <a:extLst xmlns:a="http://schemas.openxmlformats.org/drawingml/2006/main">
              <a:ext uri="{FF2B5EF4-FFF2-40B4-BE49-F238E27FC236}">
                <a16:creationId xmlns:a16="http://schemas.microsoft.com/office/drawing/2014/main" id="{E2DA3E6C-4C1D-46DE-A5A4-EB79E11052D5}"/>
              </a:ext>
            </a:extLst>
          </p:cNvPr>
          <p:cNvSpPr>
            <a:spLocks xmlns:a="http://schemas.openxmlformats.org/drawingml/2006/main" noGrp="1"/>
          </p:cNvSpPr>
          <p:nvPr/>
        </p:nvSpPr>
        <p:spPr>
          <a:xfrm xmlns:a="http://schemas.openxmlformats.org/drawingml/2006/main">
            <a:off x="933450" y="4638675"/>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2338"/>
          </a:bodyPr>
          <a:lstStyle xmlns:a="http://schemas.openxmlformats.org/drawingml/2006/main"/>
          <a:p xmlns:a="http://schemas.openxmlformats.org/drawingml/2006/main">
            <a:pPr algn="l">
              <a:lnSpc>
                <a:spcPct val="120000"/>
              </a:lnSpc>
              <a:buNone/>
              <a:defRPr sz="1200" b="0">
                <a:solidFill>
                  <a:srgbClr val="687287"/>
                </a:solidFill>
                <a:latin typeface="PingFang SC"/>
                <a:ea typeface="PingFang SC"/>
                <a:cs typeface="PingFang SC"/>
              </a:defRPr>
            </a:pPr>
            <a:r>
              <a:rPr sz="1200" b="0">
                <a:solidFill>
                  <a:srgbClr val="687287"/>
                </a:solidFill>
                <a:latin typeface="PingFang SC"/>
                <a:ea typeface="PingFang SC"/>
                <a:cs typeface="PingFang SC"/>
              </a:rPr>
              <a:t>• 知识覆盖面广，能快速理解很多专业材料</a:t>
            </a:r>
          </a:p>
          <a:p xmlns:a="http://schemas.openxmlformats.org/drawingml/2006/main">
            <a:pPr algn="l">
              <a:lnSpc>
                <a:spcPct val="120000"/>
              </a:lnSpc>
              <a:buNone/>
              <a:defRPr sz="1200" b="0">
                <a:solidFill>
                  <a:srgbClr val="687287"/>
                </a:solidFill>
                <a:latin typeface="PingFang SC"/>
                <a:ea typeface="PingFang SC"/>
                <a:cs typeface="PingFang SC"/>
              </a:defRPr>
            </a:pPr>
            <a:r>
              <a:rPr sz="1200" b="0">
                <a:solidFill>
                  <a:srgbClr val="687287"/>
                </a:solidFill>
                <a:latin typeface="PingFang SC"/>
                <a:ea typeface="PingFang SC"/>
                <a:cs typeface="PingFang SC"/>
              </a:rPr>
              <a:t>• 执行速度快，可以持续处理大量任务</a:t>
            </a:r>
          </a:p>
          <a:p xmlns:a="http://schemas.openxmlformats.org/drawingml/2006/main">
            <a:pPr algn="l">
              <a:lnSpc>
                <a:spcPct val="120000"/>
              </a:lnSpc>
              <a:buNone/>
              <a:defRPr sz="1200" b="0">
                <a:solidFill>
                  <a:srgbClr val="687287"/>
                </a:solidFill>
                <a:latin typeface="PingFang SC"/>
                <a:ea typeface="PingFang SC"/>
                <a:cs typeface="PingFang SC"/>
              </a:defRPr>
            </a:pPr>
            <a:r>
              <a:rPr sz="1200" b="0">
                <a:solidFill>
                  <a:srgbClr val="687287"/>
                </a:solidFill>
                <a:latin typeface="PingFang SC"/>
                <a:ea typeface="PingFang SC"/>
                <a:cs typeface="PingFang SC"/>
              </a:rPr>
              <a:t>• 会写、会分析、会规划，也能调用工具</a:t>
            </a:r>
          </a:p>
        </p:txBody>
      </p:sp>
      <p:sp>
        <p:nvSpPr>
          <p:cNvPr id="42" name="rect-0331">
            <a:extLst xmlns:a="http://schemas.openxmlformats.org/drawingml/2006/main">
              <a:ext uri="{FF2B5EF4-FFF2-40B4-BE49-F238E27FC236}">
                <a16:creationId xmlns:a16="http://schemas.microsoft.com/office/drawing/2014/main" id="{7A8F573D-946D-4199-BBE8-8164DC560FE9}"/>
              </a:ext>
            </a:extLst>
          </p:cNvPr>
          <p:cNvSpPr>
            <a:spLocks xmlns:a="http://schemas.openxmlformats.org/drawingml/2006/main" noGrp="1"/>
          </p:cNvSpPr>
          <p:nvPr/>
        </p:nvSpPr>
        <p:spPr>
          <a:xfrm xmlns:a="http://schemas.openxmlformats.org/drawingml/2006/main">
            <a:off x="6191250" y="3857625"/>
            <a:ext cx="5257800" cy="1428750"/>
          </a:xfrm>
          <a:prstGeom xmlns:a="http://schemas.openxmlformats.org/drawingml/2006/main" prst="roundRect">
            <a:avLst>
              <a:gd name="adj" fmla="val 9333"/>
            </a:avLst>
          </a:prstGeom>
          <a:solidFill xmlns:a="http://schemas.openxmlformats.org/drawingml/2006/main">
            <a:srgbClr val="FFFDF8"/>
          </a:solidFill>
          <a:ln xmlns:a="http://schemas.openxmlformats.org/drawingml/2006/main" w="9525">
            <a:solidFill>
              <a:srgbClr val="D8D2C5"/>
            </a:solidFill>
            <a:prstDash val="solid"/>
          </a:ln>
        </p:spPr>
      </p:sp>
      <p:sp>
        <p:nvSpPr>
          <p:cNvPr id="43" name="rect-0332">
            <a:extLst xmlns:a="http://schemas.openxmlformats.org/drawingml/2006/main">
              <a:ext uri="{FF2B5EF4-FFF2-40B4-BE49-F238E27FC236}">
                <a16:creationId xmlns:a16="http://schemas.microsoft.com/office/drawing/2014/main" id="{C031DC4D-C23F-4E71-A832-B3EB1866B55C}"/>
              </a:ext>
            </a:extLst>
          </p:cNvPr>
          <p:cNvSpPr>
            <a:spLocks xmlns:a="http://schemas.openxmlformats.org/drawingml/2006/main" noGrp="1"/>
          </p:cNvSpPr>
          <p:nvPr/>
        </p:nvSpPr>
        <p:spPr>
          <a:xfrm xmlns:a="http://schemas.openxmlformats.org/drawingml/2006/main">
            <a:off x="6191250" y="3857625"/>
            <a:ext cx="5257800" cy="5715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44" name="text-0333">
            <a:extLst xmlns:a="http://schemas.openxmlformats.org/drawingml/2006/main">
              <a:ext uri="{FF2B5EF4-FFF2-40B4-BE49-F238E27FC236}">
                <a16:creationId xmlns:a16="http://schemas.microsoft.com/office/drawing/2014/main" id="{98F3285D-6C14-4A2F-9451-EF04DF1988A4}"/>
              </a:ext>
            </a:extLst>
          </p:cNvPr>
          <p:cNvSpPr>
            <a:spLocks xmlns:a="http://schemas.openxmlformats.org/drawingml/2006/main" noGrp="1"/>
          </p:cNvSpPr>
          <p:nvPr/>
        </p:nvSpPr>
        <p:spPr>
          <a:xfrm xmlns:a="http://schemas.openxmlformats.org/drawingml/2006/main">
            <a:off x="6381750" y="4124325"/>
            <a:ext cx="487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82338"/>
                </a:solidFill>
                <a:latin typeface="PingFang SC"/>
                <a:ea typeface="PingFang SC"/>
                <a:cs typeface="PingFang SC"/>
              </a:defRPr>
            </a:pPr>
            <a:r>
              <a:rPr sz="1725" b="1">
                <a:solidFill>
                  <a:srgbClr val="182338"/>
                </a:solidFill>
                <a:latin typeface="PingFang SC"/>
                <a:ea typeface="PingFang SC"/>
                <a:cs typeface="PingFang SC"/>
              </a:rPr>
              <a:t>为什么仍是“实习生”</a:t>
            </a:r>
          </a:p>
        </p:txBody>
      </p:sp>
      <p:sp>
        <p:nvSpPr>
          <p:cNvPr id="45" name="text-0334">
            <a:extLst xmlns:a="http://schemas.openxmlformats.org/drawingml/2006/main">
              <a:ext uri="{FF2B5EF4-FFF2-40B4-BE49-F238E27FC236}">
                <a16:creationId xmlns:a16="http://schemas.microsoft.com/office/drawing/2014/main" id="{AFAD5D97-E90C-4E3F-AC6A-1E9D7E3E4C67}"/>
              </a:ext>
            </a:extLst>
          </p:cNvPr>
          <p:cNvSpPr>
            <a:spLocks xmlns:a="http://schemas.openxmlformats.org/drawingml/2006/main" noGrp="1"/>
          </p:cNvSpPr>
          <p:nvPr/>
        </p:nvSpPr>
        <p:spPr>
          <a:xfrm xmlns:a="http://schemas.openxmlformats.org/drawingml/2006/main">
            <a:off x="6381750" y="4638675"/>
            <a:ext cx="4876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2338"/>
          </a:bodyPr>
          <a:lstStyle xmlns:a="http://schemas.openxmlformats.org/drawingml/2006/main"/>
          <a:p xmlns:a="http://schemas.openxmlformats.org/drawingml/2006/main">
            <a:pPr algn="l">
              <a:lnSpc>
                <a:spcPct val="120000"/>
              </a:lnSpc>
              <a:buNone/>
              <a:defRPr sz="1200" b="0">
                <a:solidFill>
                  <a:srgbClr val="687287"/>
                </a:solidFill>
                <a:latin typeface="PingFang SC"/>
                <a:ea typeface="PingFang SC"/>
                <a:cs typeface="PingFang SC"/>
              </a:defRPr>
            </a:pPr>
            <a:r>
              <a:rPr sz="1200" b="0">
                <a:solidFill>
                  <a:srgbClr val="687287"/>
                </a:solidFill>
                <a:latin typeface="PingFang SC"/>
                <a:ea typeface="PingFang SC"/>
                <a:cs typeface="PingFang SC"/>
              </a:rPr>
              <a:t>• 不知道你真正要做什么，需要明确安排</a:t>
            </a:r>
          </a:p>
          <a:p xmlns:a="http://schemas.openxmlformats.org/drawingml/2006/main">
            <a:pPr algn="l">
              <a:lnSpc>
                <a:spcPct val="120000"/>
              </a:lnSpc>
              <a:buNone/>
              <a:defRPr sz="1200" b="0">
                <a:solidFill>
                  <a:srgbClr val="687287"/>
                </a:solidFill>
                <a:latin typeface="PingFang SC"/>
                <a:ea typeface="PingFang SC"/>
                <a:cs typeface="PingFang SC"/>
              </a:defRPr>
            </a:pPr>
            <a:r>
              <a:rPr sz="1200" b="0">
                <a:solidFill>
                  <a:srgbClr val="687287"/>
                </a:solidFill>
                <a:latin typeface="PingFang SC"/>
                <a:ea typeface="PingFang SC"/>
                <a:cs typeface="PingFang SC"/>
              </a:rPr>
              <a:t>• 不了解单位现场、隐含规则和现实关系</a:t>
            </a:r>
          </a:p>
          <a:p xmlns:a="http://schemas.openxmlformats.org/drawingml/2006/main">
            <a:pPr algn="l">
              <a:lnSpc>
                <a:spcPct val="120000"/>
              </a:lnSpc>
              <a:buNone/>
              <a:defRPr sz="1200" b="0">
                <a:solidFill>
                  <a:srgbClr val="687287"/>
                </a:solidFill>
                <a:latin typeface="PingFang SC"/>
                <a:ea typeface="PingFang SC"/>
                <a:cs typeface="PingFang SC"/>
              </a:defRPr>
            </a:pPr>
            <a:r>
              <a:rPr sz="1200" b="0">
                <a:solidFill>
                  <a:srgbClr val="687287"/>
                </a:solidFill>
                <a:latin typeface="PingFang SC"/>
                <a:ea typeface="PingFang SC"/>
                <a:cs typeface="PingFang SC"/>
              </a:rPr>
              <a:t>• 可能非常自信地犯错，必须检查和验收</a:t>
            </a:r>
          </a:p>
        </p:txBody>
      </p:sp>
      <p:sp>
        <p:nvSpPr>
          <p:cNvPr id="46" name="rect-0335">
            <a:extLst xmlns:a="http://schemas.openxmlformats.org/drawingml/2006/main">
              <a:ext uri="{FF2B5EF4-FFF2-40B4-BE49-F238E27FC236}">
                <a16:creationId xmlns:a16="http://schemas.microsoft.com/office/drawing/2014/main" id="{B02EF59D-D805-429E-941D-7549564E4A23}"/>
              </a:ext>
            </a:extLst>
          </p:cNvPr>
          <p:cNvSpPr>
            <a:spLocks xmlns:a="http://schemas.openxmlformats.org/drawingml/2006/main" noGrp="1"/>
          </p:cNvSpPr>
          <p:nvPr/>
        </p:nvSpPr>
        <p:spPr>
          <a:xfrm xmlns:a="http://schemas.openxmlformats.org/drawingml/2006/main">
            <a:off x="685800" y="5467350"/>
            <a:ext cx="10820400" cy="742950"/>
          </a:xfrm>
          <a:prstGeom xmlns:a="http://schemas.openxmlformats.org/drawingml/2006/main" prst="rect">
            <a:avLst/>
          </a:prstGeom>
          <a:solidFill xmlns:a="http://schemas.openxmlformats.org/drawingml/2006/main">
            <a:srgbClr val="FFFDF8"/>
          </a:solidFill>
          <a:ln xmlns:a="http://schemas.openxmlformats.org/drawingml/2006/main" w="0">
            <a:solidFill>
              <a:srgbClr val="D8D2C5"/>
            </a:solidFill>
            <a:prstDash val="solid"/>
          </a:ln>
        </p:spPr>
      </p:sp>
      <p:sp>
        <p:nvSpPr>
          <p:cNvPr id="47" name="rect-0336">
            <a:extLst xmlns:a="http://schemas.openxmlformats.org/drawingml/2006/main">
              <a:ext uri="{FF2B5EF4-FFF2-40B4-BE49-F238E27FC236}">
                <a16:creationId xmlns:a16="http://schemas.microsoft.com/office/drawing/2014/main" id="{16F7F5C0-FF8E-4FA7-8A2C-BD0D4E070836}"/>
              </a:ext>
            </a:extLst>
          </p:cNvPr>
          <p:cNvSpPr>
            <a:spLocks xmlns:a="http://schemas.openxmlformats.org/drawingml/2006/main" noGrp="1"/>
          </p:cNvSpPr>
          <p:nvPr/>
        </p:nvSpPr>
        <p:spPr>
          <a:xfrm xmlns:a="http://schemas.openxmlformats.org/drawingml/2006/main">
            <a:off x="685800" y="5467350"/>
            <a:ext cx="57150" cy="74295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48" name="text-0337">
            <a:extLst xmlns:a="http://schemas.openxmlformats.org/drawingml/2006/main">
              <a:ext uri="{FF2B5EF4-FFF2-40B4-BE49-F238E27FC236}">
                <a16:creationId xmlns:a16="http://schemas.microsoft.com/office/drawing/2014/main" id="{3AA633A9-4BD1-49B2-A3B4-CA52009F0DD4}"/>
              </a:ext>
            </a:extLst>
          </p:cNvPr>
          <p:cNvSpPr>
            <a:spLocks xmlns:a="http://schemas.openxmlformats.org/drawingml/2006/main" noGrp="1"/>
          </p:cNvSpPr>
          <p:nvPr/>
        </p:nvSpPr>
        <p:spPr>
          <a:xfrm xmlns:a="http://schemas.openxmlformats.org/drawingml/2006/main">
            <a:off x="933450" y="5610225"/>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182338"/>
                </a:solidFill>
                <a:latin typeface="PingFang SC"/>
                <a:ea typeface="PingFang SC"/>
                <a:cs typeface="PingFang SC"/>
              </a:defRPr>
            </a:pPr>
            <a:r>
              <a:rPr sz="1650" b="1">
                <a:solidFill>
                  <a:srgbClr val="182338"/>
                </a:solidFill>
                <a:latin typeface="PingFang SC"/>
                <a:ea typeface="PingFang SC"/>
                <a:cs typeface="PingFang SC"/>
              </a:rPr>
              <a:t>能力很强，不等于知道该做什么；人要负责目标、资料、权限、标准和验收。</a:t>
            </a:r>
          </a:p>
        </p:txBody>
      </p:sp>
      <p:sp>
        <p:nvSpPr>
          <p:cNvPr id="49" name="text-0338">
            <a:extLst xmlns:a="http://schemas.openxmlformats.org/drawingml/2006/main">
              <a:ext uri="{FF2B5EF4-FFF2-40B4-BE49-F238E27FC236}">
                <a16:creationId xmlns:a16="http://schemas.microsoft.com/office/drawing/2014/main" id="{D491FFA2-7D2D-42E7-958B-960EF76CD37A}"/>
              </a:ext>
            </a:extLst>
          </p:cNvPr>
          <p:cNvSpPr>
            <a:spLocks xmlns:a="http://schemas.openxmlformats.org/drawingml/2006/main" noGrp="1"/>
          </p:cNvSpPr>
          <p:nvPr/>
        </p:nvSpPr>
        <p:spPr>
          <a:xfrm xmlns:a="http://schemas.openxmlformats.org/drawingml/2006/main">
            <a:off x="685800" y="636270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87287"/>
                </a:solidFill>
                <a:latin typeface="PingFang SC"/>
                <a:ea typeface="PingFang SC"/>
                <a:cs typeface="PingFang SC"/>
              </a:defRPr>
            </a:pPr>
            <a:r>
              <a:rPr sz="825" b="0">
                <a:solidFill>
                  <a:srgbClr val="687287"/>
                </a:solidFill>
                <a:latin typeface="PingFang SC"/>
                <a:ea typeface="PingFang SC"/>
                <a:cs typeface="PingFang SC"/>
              </a:rPr>
              <a:t>部分任务上像专家，另一些任务上可能连实习生都不如。</a:t>
            </a:r>
          </a:p>
        </p:txBody>
      </p:sp>
    </p:spTree>
    <p:extLst>
      <p:ext uri="{BB962C8B-B14F-4D97-AF65-F5344CB8AC3E}">
        <p14:creationId xmlns:p14="http://schemas.microsoft.com/office/powerpoint/2010/main" val="1410340602"/>
      </p:ext>
    </p:extLst>
  </p:cSld>
</p:sld>
</file>

<file path=ppt/slides/slide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2" name="rect-0339">
            <a:extLst xmlns:a="http://schemas.openxmlformats.org/drawingml/2006/main">
              <a:ext uri="{FF2B5EF4-FFF2-40B4-BE49-F238E27FC236}">
                <a16:creationId xmlns:a16="http://schemas.microsoft.com/office/drawing/2014/main" id="{EAA72521-DC65-4CE6-A849-5C4C166F023E}"/>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 name="rect-0340">
            <a:extLst xmlns:a="http://schemas.openxmlformats.org/drawingml/2006/main">
              <a:ext uri="{FF2B5EF4-FFF2-40B4-BE49-F238E27FC236}">
                <a16:creationId xmlns:a16="http://schemas.microsoft.com/office/drawing/2014/main" id="{E2B90095-7C80-4F52-90DE-241A06706187}"/>
              </a:ext>
            </a:extLst>
          </p:cNvPr>
          <p:cNvSpPr>
            <a:spLocks xmlns:a="http://schemas.openxmlformats.org/drawingml/2006/main" noGrp="1"/>
          </p:cNvSpPr>
          <p:nvPr/>
        </p:nvSpPr>
        <p:spPr>
          <a:xfrm xmlns:a="http://schemas.openxmlformats.org/drawingml/2006/main">
            <a:off x="838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3" name="rect-0341">
            <a:extLst xmlns:a="http://schemas.openxmlformats.org/drawingml/2006/main">
              <a:ext uri="{FF2B5EF4-FFF2-40B4-BE49-F238E27FC236}">
                <a16:creationId xmlns:a16="http://schemas.microsoft.com/office/drawing/2014/main" id="{FCF4E3BB-6A60-4C78-B78D-F08B2ABADBD6}"/>
              </a:ext>
            </a:extLst>
          </p:cNvPr>
          <p:cNvSpPr>
            <a:spLocks xmlns:a="http://schemas.openxmlformats.org/drawingml/2006/main" noGrp="1"/>
          </p:cNvSpPr>
          <p:nvPr/>
        </p:nvSpPr>
        <p:spPr>
          <a:xfrm xmlns:a="http://schemas.openxmlformats.org/drawingml/2006/main">
            <a:off x="1676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4" name="rect-0342">
            <a:extLst xmlns:a="http://schemas.openxmlformats.org/drawingml/2006/main">
              <a:ext uri="{FF2B5EF4-FFF2-40B4-BE49-F238E27FC236}">
                <a16:creationId xmlns:a16="http://schemas.microsoft.com/office/drawing/2014/main" id="{A212E161-913D-4EF0-9566-27B820B2A02F}"/>
              </a:ext>
            </a:extLst>
          </p:cNvPr>
          <p:cNvSpPr>
            <a:spLocks xmlns:a="http://schemas.openxmlformats.org/drawingml/2006/main" noGrp="1"/>
          </p:cNvSpPr>
          <p:nvPr/>
        </p:nvSpPr>
        <p:spPr>
          <a:xfrm xmlns:a="http://schemas.openxmlformats.org/drawingml/2006/main">
            <a:off x="2514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5" name="rect-0343">
            <a:extLst xmlns:a="http://schemas.openxmlformats.org/drawingml/2006/main">
              <a:ext uri="{FF2B5EF4-FFF2-40B4-BE49-F238E27FC236}">
                <a16:creationId xmlns:a16="http://schemas.microsoft.com/office/drawing/2014/main" id="{43FEBBBF-9E6E-4044-95F6-277D25DDC8FB}"/>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6" name="rect-0344">
            <a:extLst xmlns:a="http://schemas.openxmlformats.org/drawingml/2006/main">
              <a:ext uri="{FF2B5EF4-FFF2-40B4-BE49-F238E27FC236}">
                <a16:creationId xmlns:a16="http://schemas.microsoft.com/office/drawing/2014/main" id="{B2DF4258-C710-4C9E-AEAA-9B8A7859D1F5}"/>
              </a:ext>
            </a:extLst>
          </p:cNvPr>
          <p:cNvSpPr>
            <a:spLocks xmlns:a="http://schemas.openxmlformats.org/drawingml/2006/main" noGrp="1"/>
          </p:cNvSpPr>
          <p:nvPr/>
        </p:nvSpPr>
        <p:spPr>
          <a:xfrm xmlns:a="http://schemas.openxmlformats.org/drawingml/2006/main">
            <a:off x="4191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7" name="rect-0345">
            <a:extLst xmlns:a="http://schemas.openxmlformats.org/drawingml/2006/main">
              <a:ext uri="{FF2B5EF4-FFF2-40B4-BE49-F238E27FC236}">
                <a16:creationId xmlns:a16="http://schemas.microsoft.com/office/drawing/2014/main" id="{DC50E17E-D62C-4A3F-BE71-F105DE22EA8C}"/>
              </a:ext>
            </a:extLst>
          </p:cNvPr>
          <p:cNvSpPr>
            <a:spLocks xmlns:a="http://schemas.openxmlformats.org/drawingml/2006/main" noGrp="1"/>
          </p:cNvSpPr>
          <p:nvPr/>
        </p:nvSpPr>
        <p:spPr>
          <a:xfrm xmlns:a="http://schemas.openxmlformats.org/drawingml/2006/main">
            <a:off x="5029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8" name="rect-0346">
            <a:extLst xmlns:a="http://schemas.openxmlformats.org/drawingml/2006/main">
              <a:ext uri="{FF2B5EF4-FFF2-40B4-BE49-F238E27FC236}">
                <a16:creationId xmlns:a16="http://schemas.microsoft.com/office/drawing/2014/main" id="{15455BBB-5406-4E09-ABB2-F1B80052C888}"/>
              </a:ext>
            </a:extLst>
          </p:cNvPr>
          <p:cNvSpPr>
            <a:spLocks xmlns:a="http://schemas.openxmlformats.org/drawingml/2006/main" noGrp="1"/>
          </p:cNvSpPr>
          <p:nvPr/>
        </p:nvSpPr>
        <p:spPr>
          <a:xfrm xmlns:a="http://schemas.openxmlformats.org/drawingml/2006/main">
            <a:off x="5867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9" name="rect-0347">
            <a:extLst xmlns:a="http://schemas.openxmlformats.org/drawingml/2006/main">
              <a:ext uri="{FF2B5EF4-FFF2-40B4-BE49-F238E27FC236}">
                <a16:creationId xmlns:a16="http://schemas.microsoft.com/office/drawing/2014/main" id="{50F9B4EF-1627-4741-9CD7-B71EC39F39A0}"/>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0" name="rect-0348">
            <a:extLst xmlns:a="http://schemas.openxmlformats.org/drawingml/2006/main">
              <a:ext uri="{FF2B5EF4-FFF2-40B4-BE49-F238E27FC236}">
                <a16:creationId xmlns:a16="http://schemas.microsoft.com/office/drawing/2014/main" id="{70E0C97E-D133-43BC-919D-F3A96ABE9BEA}"/>
              </a:ext>
            </a:extLst>
          </p:cNvPr>
          <p:cNvSpPr>
            <a:spLocks xmlns:a="http://schemas.openxmlformats.org/drawingml/2006/main" noGrp="1"/>
          </p:cNvSpPr>
          <p:nvPr/>
        </p:nvSpPr>
        <p:spPr>
          <a:xfrm xmlns:a="http://schemas.openxmlformats.org/drawingml/2006/main">
            <a:off x="7543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1" name="rect-0349">
            <a:extLst xmlns:a="http://schemas.openxmlformats.org/drawingml/2006/main">
              <a:ext uri="{FF2B5EF4-FFF2-40B4-BE49-F238E27FC236}">
                <a16:creationId xmlns:a16="http://schemas.microsoft.com/office/drawing/2014/main" id="{33E79E94-A7CC-419B-AADE-B683742DBD4C}"/>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2" name="rect-0350">
            <a:extLst xmlns:a="http://schemas.openxmlformats.org/drawingml/2006/main">
              <a:ext uri="{FF2B5EF4-FFF2-40B4-BE49-F238E27FC236}">
                <a16:creationId xmlns:a16="http://schemas.microsoft.com/office/drawing/2014/main" id="{4B8C8575-FCA6-4C08-BFAC-3EC92A924454}"/>
              </a:ext>
            </a:extLst>
          </p:cNvPr>
          <p:cNvSpPr>
            <a:spLocks xmlns:a="http://schemas.openxmlformats.org/drawingml/2006/main" noGrp="1"/>
          </p:cNvSpPr>
          <p:nvPr/>
        </p:nvSpPr>
        <p:spPr>
          <a:xfrm xmlns:a="http://schemas.openxmlformats.org/drawingml/2006/main">
            <a:off x="9220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3" name="rect-0351">
            <a:extLst xmlns:a="http://schemas.openxmlformats.org/drawingml/2006/main">
              <a:ext uri="{FF2B5EF4-FFF2-40B4-BE49-F238E27FC236}">
                <a16:creationId xmlns:a16="http://schemas.microsoft.com/office/drawing/2014/main" id="{62D0E020-52C8-4565-8AA7-982D5EC4315A}"/>
              </a:ext>
            </a:extLst>
          </p:cNvPr>
          <p:cNvSpPr>
            <a:spLocks xmlns:a="http://schemas.openxmlformats.org/drawingml/2006/main" noGrp="1"/>
          </p:cNvSpPr>
          <p:nvPr/>
        </p:nvSpPr>
        <p:spPr>
          <a:xfrm xmlns:a="http://schemas.openxmlformats.org/drawingml/2006/main">
            <a:off x="10058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4" name="rect-0352">
            <a:extLst xmlns:a="http://schemas.openxmlformats.org/drawingml/2006/main">
              <a:ext uri="{FF2B5EF4-FFF2-40B4-BE49-F238E27FC236}">
                <a16:creationId xmlns:a16="http://schemas.microsoft.com/office/drawing/2014/main" id="{D8BA56D7-8A47-49B6-B8E5-A6059D824CB6}"/>
              </a:ext>
            </a:extLst>
          </p:cNvPr>
          <p:cNvSpPr>
            <a:spLocks xmlns:a="http://schemas.openxmlformats.org/drawingml/2006/main" noGrp="1"/>
          </p:cNvSpPr>
          <p:nvPr/>
        </p:nvSpPr>
        <p:spPr>
          <a:xfrm xmlns:a="http://schemas.openxmlformats.org/drawingml/2006/main">
            <a:off x="10896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5" name="rect-0353">
            <a:extLst xmlns:a="http://schemas.openxmlformats.org/drawingml/2006/main">
              <a:ext uri="{FF2B5EF4-FFF2-40B4-BE49-F238E27FC236}">
                <a16:creationId xmlns:a16="http://schemas.microsoft.com/office/drawing/2014/main" id="{ED6AD80D-44E9-4B45-B6AB-B103588410F7}"/>
              </a:ext>
            </a:extLst>
          </p:cNvPr>
          <p:cNvSpPr>
            <a:spLocks xmlns:a="http://schemas.openxmlformats.org/drawingml/2006/main" noGrp="1"/>
          </p:cNvSpPr>
          <p:nvPr/>
        </p:nvSpPr>
        <p:spPr>
          <a:xfrm xmlns:a="http://schemas.openxmlformats.org/drawingml/2006/main">
            <a:off x="11734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6" name="rect-0354">
            <a:extLst xmlns:a="http://schemas.openxmlformats.org/drawingml/2006/main">
              <a:ext uri="{FF2B5EF4-FFF2-40B4-BE49-F238E27FC236}">
                <a16:creationId xmlns:a16="http://schemas.microsoft.com/office/drawing/2014/main" id="{9B5459E5-8E8F-40AA-90C9-3B162979981E}"/>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7" name="rect-0355">
            <a:extLst xmlns:a="http://schemas.openxmlformats.org/drawingml/2006/main">
              <a:ext uri="{FF2B5EF4-FFF2-40B4-BE49-F238E27FC236}">
                <a16:creationId xmlns:a16="http://schemas.microsoft.com/office/drawing/2014/main" id="{F8DC9A14-DDEA-4FC6-BE08-154962099F74}"/>
              </a:ext>
            </a:extLst>
          </p:cNvPr>
          <p:cNvSpPr>
            <a:spLocks xmlns:a="http://schemas.openxmlformats.org/drawingml/2006/main" noGrp="1"/>
          </p:cNvSpPr>
          <p:nvPr/>
        </p:nvSpPr>
        <p:spPr>
          <a:xfrm xmlns:a="http://schemas.openxmlformats.org/drawingml/2006/main">
            <a:off x="0" y="838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8" name="rect-0356">
            <a:extLst xmlns:a="http://schemas.openxmlformats.org/drawingml/2006/main">
              <a:ext uri="{FF2B5EF4-FFF2-40B4-BE49-F238E27FC236}">
                <a16:creationId xmlns:a16="http://schemas.microsoft.com/office/drawing/2014/main" id="{3FB2465D-76EF-4F33-A801-58A2137A7AAE}"/>
              </a:ext>
            </a:extLst>
          </p:cNvPr>
          <p:cNvSpPr>
            <a:spLocks xmlns:a="http://schemas.openxmlformats.org/drawingml/2006/main" noGrp="1"/>
          </p:cNvSpPr>
          <p:nvPr/>
        </p:nvSpPr>
        <p:spPr>
          <a:xfrm xmlns:a="http://schemas.openxmlformats.org/drawingml/2006/main">
            <a:off x="0" y="1676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9" name="rect-0357">
            <a:extLst xmlns:a="http://schemas.openxmlformats.org/drawingml/2006/main">
              <a:ext uri="{FF2B5EF4-FFF2-40B4-BE49-F238E27FC236}">
                <a16:creationId xmlns:a16="http://schemas.microsoft.com/office/drawing/2014/main" id="{B8BFE73B-F619-4D4B-9988-0F75AF82B8A4}"/>
              </a:ext>
            </a:extLst>
          </p:cNvPr>
          <p:cNvSpPr>
            <a:spLocks xmlns:a="http://schemas.openxmlformats.org/drawingml/2006/main" noGrp="1"/>
          </p:cNvSpPr>
          <p:nvPr/>
        </p:nvSpPr>
        <p:spPr>
          <a:xfrm xmlns:a="http://schemas.openxmlformats.org/drawingml/2006/main">
            <a:off x="0" y="2514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0" name="rect-0358">
            <a:extLst xmlns:a="http://schemas.openxmlformats.org/drawingml/2006/main">
              <a:ext uri="{FF2B5EF4-FFF2-40B4-BE49-F238E27FC236}">
                <a16:creationId xmlns:a16="http://schemas.microsoft.com/office/drawing/2014/main" id="{C61FA59E-7517-4B67-A594-4F8D12871120}"/>
              </a:ext>
            </a:extLst>
          </p:cNvPr>
          <p:cNvSpPr>
            <a:spLocks xmlns:a="http://schemas.openxmlformats.org/drawingml/2006/main" noGrp="1"/>
          </p:cNvSpPr>
          <p:nvPr/>
        </p:nvSpPr>
        <p:spPr>
          <a:xfrm xmlns:a="http://schemas.openxmlformats.org/drawingml/2006/main">
            <a:off x="0" y="33528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1" name="rect-0359">
            <a:extLst xmlns:a="http://schemas.openxmlformats.org/drawingml/2006/main">
              <a:ext uri="{FF2B5EF4-FFF2-40B4-BE49-F238E27FC236}">
                <a16:creationId xmlns:a16="http://schemas.microsoft.com/office/drawing/2014/main" id="{1B73BFE6-39C5-4209-A176-42F56ACCC920}"/>
              </a:ext>
            </a:extLst>
          </p:cNvPr>
          <p:cNvSpPr>
            <a:spLocks xmlns:a="http://schemas.openxmlformats.org/drawingml/2006/main" noGrp="1"/>
          </p:cNvSpPr>
          <p:nvPr/>
        </p:nvSpPr>
        <p:spPr>
          <a:xfrm xmlns:a="http://schemas.openxmlformats.org/drawingml/2006/main">
            <a:off x="0" y="41910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2" name="rect-0360">
            <a:extLst xmlns:a="http://schemas.openxmlformats.org/drawingml/2006/main">
              <a:ext uri="{FF2B5EF4-FFF2-40B4-BE49-F238E27FC236}">
                <a16:creationId xmlns:a16="http://schemas.microsoft.com/office/drawing/2014/main" id="{BD2E35A4-0653-4407-AE86-C40B51C3EEE4}"/>
              </a:ext>
            </a:extLst>
          </p:cNvPr>
          <p:cNvSpPr>
            <a:spLocks xmlns:a="http://schemas.openxmlformats.org/drawingml/2006/main" noGrp="1"/>
          </p:cNvSpPr>
          <p:nvPr/>
        </p:nvSpPr>
        <p:spPr>
          <a:xfrm xmlns:a="http://schemas.openxmlformats.org/drawingml/2006/main">
            <a:off x="0" y="5029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3" name="rect-0361">
            <a:extLst xmlns:a="http://schemas.openxmlformats.org/drawingml/2006/main">
              <a:ext uri="{FF2B5EF4-FFF2-40B4-BE49-F238E27FC236}">
                <a16:creationId xmlns:a16="http://schemas.microsoft.com/office/drawing/2014/main" id="{2DE8BF08-4AB6-49B0-A4B6-CD1285A9BE77}"/>
              </a:ext>
            </a:extLst>
          </p:cNvPr>
          <p:cNvSpPr>
            <a:spLocks xmlns:a="http://schemas.openxmlformats.org/drawingml/2006/main" noGrp="1"/>
          </p:cNvSpPr>
          <p:nvPr/>
        </p:nvSpPr>
        <p:spPr>
          <a:xfrm xmlns:a="http://schemas.openxmlformats.org/drawingml/2006/main">
            <a:off x="0" y="5867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4" name="rect-0362">
            <a:extLst xmlns:a="http://schemas.openxmlformats.org/drawingml/2006/main">
              <a:ext uri="{FF2B5EF4-FFF2-40B4-BE49-F238E27FC236}">
                <a16:creationId xmlns:a16="http://schemas.microsoft.com/office/drawing/2014/main" id="{3BBF28E4-33C4-4D21-9125-A838C24CAB5D}"/>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5" name="rect-0363">
            <a:extLst xmlns:a="http://schemas.openxmlformats.org/drawingml/2006/main">
              <a:ext uri="{FF2B5EF4-FFF2-40B4-BE49-F238E27FC236}">
                <a16:creationId xmlns:a16="http://schemas.microsoft.com/office/drawing/2014/main" id="{34E2EA84-B572-4D2B-BF0B-0ACC0D817FBE}"/>
              </a:ext>
            </a:extLst>
          </p:cNvPr>
          <p:cNvSpPr>
            <a:spLocks xmlns:a="http://schemas.openxmlformats.org/drawingml/2006/main" noGrp="1"/>
          </p:cNvSpPr>
          <p:nvPr/>
        </p:nvSpPr>
        <p:spPr>
          <a:xfrm xmlns:a="http://schemas.openxmlformats.org/drawingml/2006/main">
            <a:off x="0" y="0"/>
            <a:ext cx="3171825" cy="7620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26" name="rect-0364">
            <a:extLst xmlns:a="http://schemas.openxmlformats.org/drawingml/2006/main">
              <a:ext uri="{FF2B5EF4-FFF2-40B4-BE49-F238E27FC236}">
                <a16:creationId xmlns:a16="http://schemas.microsoft.com/office/drawing/2014/main" id="{3BE58CCA-4F14-4E60-94C2-47D8FB636ADE}"/>
              </a:ext>
            </a:extLst>
          </p:cNvPr>
          <p:cNvSpPr>
            <a:spLocks xmlns:a="http://schemas.openxmlformats.org/drawingml/2006/main" noGrp="1"/>
          </p:cNvSpPr>
          <p:nvPr/>
        </p:nvSpPr>
        <p:spPr>
          <a:xfrm xmlns:a="http://schemas.openxmlformats.org/drawingml/2006/main">
            <a:off x="3171825" y="0"/>
            <a:ext cx="1952625" cy="76200"/>
          </a:xfrm>
          <a:prstGeom xmlns:a="http://schemas.openxmlformats.org/drawingml/2006/main" prst="rect">
            <a:avLst/>
          </a:prstGeom>
          <a:solidFill xmlns:a="http://schemas.openxmlformats.org/drawingml/2006/main">
            <a:srgbClr val="B8842F"/>
          </a:solidFill>
          <a:ln xmlns:a="http://schemas.openxmlformats.org/drawingml/2006/main" w="0">
            <a:noFill/>
            <a:prstDash val="solid"/>
          </a:ln>
        </p:spPr>
      </p:sp>
      <p:sp>
        <p:nvSpPr>
          <p:cNvPr id="27" name="rect-0365">
            <a:extLst xmlns:a="http://schemas.openxmlformats.org/drawingml/2006/main">
              <a:ext uri="{FF2B5EF4-FFF2-40B4-BE49-F238E27FC236}">
                <a16:creationId xmlns:a16="http://schemas.microsoft.com/office/drawing/2014/main" id="{36DF977E-AA66-45E1-BE2F-FC27880DED30}"/>
              </a:ext>
            </a:extLst>
          </p:cNvPr>
          <p:cNvSpPr>
            <a:spLocks xmlns:a="http://schemas.openxmlformats.org/drawingml/2006/main" noGrp="1"/>
          </p:cNvSpPr>
          <p:nvPr/>
        </p:nvSpPr>
        <p:spPr>
          <a:xfrm xmlns:a="http://schemas.openxmlformats.org/drawingml/2006/main">
            <a:off x="5124450" y="0"/>
            <a:ext cx="7067550" cy="76200"/>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pic>
        <p:nvPicPr>
          <p:cNvPr id="89" name=""/>
          <p:cNvPicPr>
            <a:picLocks xmlns:a="http://schemas.openxmlformats.org/drawingml/2006/main" noChangeAspect="1"/>
          </p:cNvPicPr>
          <p:nvPr/>
        </p:nvPicPr>
        <p:blipFill>
          <a:blip xmlns:r="http://schemas.openxmlformats.org/officeDocument/2006/relationships" xmlns:a="http://schemas.openxmlformats.org/drawingml/2006/main" r:embed="R8c1e8b1750dc4d3d">
            <a:extLst>
              <a:ext uri="{96DAC541-7B7A-43D3-8B79-37D633B846F1}">
                <asvg:svgBlip xmlns:asvg="http://schemas.microsoft.com/office/drawing/2016/SVG/main" r:embed="Re65e690db85349c0"/>
              </a:ext>
            </a:extLst>
          </a:blip>
          <a:stretch xmlns:a="http://schemas.openxmlformats.org/drawingml/2006/main"/>
        </p:blipFill>
        <p:spPr>
          <a:xfrm xmlns:a="http://schemas.openxmlformats.org/drawingml/2006/main">
            <a:off x="9871043" y="289560"/>
            <a:ext cx="1863757" cy="539115"/>
          </a:xfrm>
          <a:prstGeom xmlns:a="http://schemas.openxmlformats.org/drawingml/2006/main" prst="rect">
            <a:avLst/>
          </a:prstGeom>
        </p:spPr>
      </p:pic>
      <p:sp>
        <p:nvSpPr>
          <p:cNvPr id="29" name="text-0366">
            <a:extLst xmlns:a="http://schemas.openxmlformats.org/drawingml/2006/main">
              <a:ext uri="{FF2B5EF4-FFF2-40B4-BE49-F238E27FC236}">
                <a16:creationId xmlns:a16="http://schemas.microsoft.com/office/drawing/2014/main" id="{9AC11C7D-A21F-4993-9A7C-F955812F78BE}"/>
              </a:ext>
            </a:extLst>
          </p:cNvPr>
          <p:cNvSpPr>
            <a:spLocks xmlns:a="http://schemas.openxmlformats.org/drawingml/2006/main" noGrp="1"/>
          </p:cNvSpPr>
          <p:nvPr/>
        </p:nvSpPr>
        <p:spPr>
          <a:xfrm xmlns:a="http://schemas.openxmlformats.org/drawingml/2006/main">
            <a:off x="685800" y="6572250"/>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87287"/>
                </a:solidFill>
                <a:latin typeface="PingFang SC"/>
                <a:ea typeface="PingFang SC"/>
                <a:cs typeface="PingFang SC"/>
              </a:defRPr>
            </a:pPr>
            <a:r>
              <a:rPr sz="825" b="0">
                <a:solidFill>
                  <a:srgbClr val="687287"/>
                </a:solidFill>
                <a:latin typeface="PingFang SC"/>
                <a:ea typeface="PingFang SC"/>
                <a:cs typeface="PingFang SC"/>
              </a:rPr>
              <a:t>开放东方 · AI使用培训</a:t>
            </a:r>
          </a:p>
        </p:txBody>
      </p:sp>
      <p:sp>
        <p:nvSpPr>
          <p:cNvPr id="30" name="text-0367">
            <a:extLst xmlns:a="http://schemas.openxmlformats.org/drawingml/2006/main">
              <a:ext uri="{FF2B5EF4-FFF2-40B4-BE49-F238E27FC236}">
                <a16:creationId xmlns:a16="http://schemas.microsoft.com/office/drawing/2014/main" id="{82E0E7CB-B3E3-43CA-972B-9AC337C38743}"/>
              </a:ext>
            </a:extLst>
          </p:cNvPr>
          <p:cNvSpPr>
            <a:spLocks xmlns:a="http://schemas.openxmlformats.org/drawingml/2006/main" noGrp="1"/>
          </p:cNvSpPr>
          <p:nvPr/>
        </p:nvSpPr>
        <p:spPr>
          <a:xfrm xmlns:a="http://schemas.openxmlformats.org/drawingml/2006/main">
            <a:off x="11239500" y="65151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A74335"/>
                </a:solidFill>
                <a:latin typeface="PingFang SC"/>
                <a:ea typeface="PingFang SC"/>
                <a:cs typeface="PingFang SC"/>
              </a:defRPr>
            </a:pPr>
            <a:r>
              <a:rPr sz="975" b="1">
                <a:solidFill>
                  <a:srgbClr val="A74335"/>
                </a:solidFill>
                <a:latin typeface="PingFang SC"/>
                <a:ea typeface="PingFang SC"/>
                <a:cs typeface="PingFang SC"/>
              </a:rPr>
              <a:t>07</a:t>
            </a:r>
          </a:p>
        </p:txBody>
      </p:sp>
      <p:sp>
        <p:nvSpPr>
          <p:cNvPr id="31" name="rect-0368">
            <a:extLst xmlns:a="http://schemas.openxmlformats.org/drawingml/2006/main">
              <a:ext uri="{FF2B5EF4-FFF2-40B4-BE49-F238E27FC236}">
                <a16:creationId xmlns:a16="http://schemas.microsoft.com/office/drawing/2014/main" id="{4F6B37CD-29F0-4A3A-AC9E-396B2E9534EB}"/>
              </a:ext>
            </a:extLst>
          </p:cNvPr>
          <p:cNvSpPr>
            <a:spLocks xmlns:a="http://schemas.openxmlformats.org/drawingml/2006/main" noGrp="1"/>
          </p:cNvSpPr>
          <p:nvPr/>
        </p:nvSpPr>
        <p:spPr>
          <a:xfrm xmlns:a="http://schemas.openxmlformats.org/drawingml/2006/main">
            <a:off x="685800" y="619125"/>
            <a:ext cx="323850" cy="28575"/>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32" name="text-0369">
            <a:extLst xmlns:a="http://schemas.openxmlformats.org/drawingml/2006/main">
              <a:ext uri="{FF2B5EF4-FFF2-40B4-BE49-F238E27FC236}">
                <a16:creationId xmlns:a16="http://schemas.microsoft.com/office/drawing/2014/main" id="{A7DBF564-0824-43CA-9F7B-B5A6058DE27A}"/>
              </a:ext>
            </a:extLst>
          </p:cNvPr>
          <p:cNvSpPr>
            <a:spLocks xmlns:a="http://schemas.openxmlformats.org/drawingml/2006/main" noGrp="1"/>
          </p:cNvSpPr>
          <p:nvPr/>
        </p:nvSpPr>
        <p:spPr>
          <a:xfrm xmlns:a="http://schemas.openxmlformats.org/drawingml/2006/main">
            <a:off x="1123950" y="504825"/>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335"/>
                </a:solidFill>
                <a:latin typeface="PingFang SC"/>
                <a:ea typeface="PingFang SC"/>
                <a:cs typeface="PingFang SC"/>
              </a:defRPr>
            </a:pPr>
            <a:r>
              <a:rPr sz="1125" b="1">
                <a:solidFill>
                  <a:srgbClr val="A74335"/>
                </a:solidFill>
                <a:latin typeface="PingFang SC"/>
                <a:ea typeface="PingFang SC"/>
                <a:cs typeface="PingFang SC"/>
              </a:rPr>
              <a:t>06 · 从提问升级到派活</a:t>
            </a:r>
          </a:p>
        </p:txBody>
      </p:sp>
      <p:sp>
        <p:nvSpPr>
          <p:cNvPr id="33" name="text-0370">
            <a:extLst xmlns:a="http://schemas.openxmlformats.org/drawingml/2006/main">
              <a:ext uri="{FF2B5EF4-FFF2-40B4-BE49-F238E27FC236}">
                <a16:creationId xmlns:a16="http://schemas.microsoft.com/office/drawing/2014/main" id="{8FBD3B67-5A8F-4AD3-8A5B-3A1BE5DB5FF1}"/>
              </a:ext>
            </a:extLst>
          </p:cNvPr>
          <p:cNvSpPr>
            <a:spLocks xmlns:a="http://schemas.openxmlformats.org/drawingml/2006/main" noGrp="1"/>
          </p:cNvSpPr>
          <p:nvPr/>
        </p:nvSpPr>
        <p:spPr>
          <a:xfrm xmlns:a="http://schemas.openxmlformats.org/drawingml/2006/main">
            <a:off x="685800" y="981075"/>
            <a:ext cx="108204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029"/>
          </a:bodyPr>
          <a:lstStyle xmlns:a="http://schemas.openxmlformats.org/drawingml/2006/main"/>
          <a:p xmlns:a="http://schemas.openxmlformats.org/drawingml/2006/main">
            <a:pPr algn="l">
              <a:lnSpc>
                <a:spcPct val="95000"/>
              </a:lnSpc>
              <a:buNone/>
              <a:defRPr sz="3600" b="1">
                <a:solidFill>
                  <a:srgbClr val="182338"/>
                </a:solidFill>
                <a:latin typeface="Songti SC"/>
                <a:ea typeface="Songti SC"/>
                <a:cs typeface="Songti SC"/>
              </a:defRPr>
            </a:pPr>
            <a:r>
              <a:rPr sz="3600" b="1">
                <a:solidFill>
                  <a:srgbClr val="182338"/>
                </a:solidFill>
                <a:latin typeface="Songti SC"/>
                <a:ea typeface="Songti SC"/>
                <a:cs typeface="Songti SC"/>
              </a:rPr>
              <a:t>把模糊想法，变成一张</a:t>
            </a:r>
          </a:p>
          <a:p xmlns:a="http://schemas.openxmlformats.org/drawingml/2006/main">
            <a:pPr algn="l">
              <a:lnSpc>
                <a:spcPct val="95000"/>
              </a:lnSpc>
              <a:buNone/>
              <a:defRPr sz="3600" b="1">
                <a:solidFill>
                  <a:srgbClr val="182338"/>
                </a:solidFill>
                <a:latin typeface="Songti SC"/>
                <a:ea typeface="Songti SC"/>
                <a:cs typeface="Songti SC"/>
              </a:defRPr>
            </a:pPr>
            <a:r>
              <a:rPr sz="3600" b="1">
                <a:solidFill>
                  <a:srgbClr val="182338"/>
                </a:solidFill>
                <a:latin typeface="Songti SC"/>
                <a:ea typeface="Songti SC"/>
                <a:cs typeface="Songti SC"/>
              </a:rPr>
              <a:t>可以执行、可以验收的任务单</a:t>
            </a:r>
          </a:p>
        </p:txBody>
      </p:sp>
      <p:sp>
        <p:nvSpPr>
          <p:cNvPr id="34" name="rect-0371">
            <a:extLst xmlns:a="http://schemas.openxmlformats.org/drawingml/2006/main">
              <a:ext uri="{FF2B5EF4-FFF2-40B4-BE49-F238E27FC236}">
                <a16:creationId xmlns:a16="http://schemas.microsoft.com/office/drawing/2014/main" id="{89E52DCC-1984-4150-AC04-40EC6AF4EC08}"/>
              </a:ext>
            </a:extLst>
          </p:cNvPr>
          <p:cNvSpPr>
            <a:spLocks xmlns:a="http://schemas.openxmlformats.org/drawingml/2006/main" noGrp="1"/>
          </p:cNvSpPr>
          <p:nvPr/>
        </p:nvSpPr>
        <p:spPr>
          <a:xfrm xmlns:a="http://schemas.openxmlformats.org/drawingml/2006/main">
            <a:off x="876300" y="2209800"/>
            <a:ext cx="10439400" cy="3048000"/>
          </a:xfrm>
          <a:prstGeom xmlns:a="http://schemas.openxmlformats.org/drawingml/2006/main" prst="roundRect">
            <a:avLst>
              <a:gd name="adj" fmla="val 3125"/>
            </a:avLst>
          </a:prstGeom>
          <a:solidFill xmlns:a="http://schemas.openxmlformats.org/drawingml/2006/main">
            <a:srgbClr val="FFFDF8"/>
          </a:solidFill>
          <a:ln xmlns:a="http://schemas.openxmlformats.org/drawingml/2006/main" w="9525">
            <a:solidFill>
              <a:srgbClr val="D8D2C5"/>
            </a:solidFill>
            <a:prstDash val="solid"/>
          </a:ln>
        </p:spPr>
      </p:sp>
      <p:sp>
        <p:nvSpPr>
          <p:cNvPr id="35" name="text-0372">
            <a:extLst xmlns:a="http://schemas.openxmlformats.org/drawingml/2006/main">
              <a:ext uri="{FF2B5EF4-FFF2-40B4-BE49-F238E27FC236}">
                <a16:creationId xmlns:a16="http://schemas.microsoft.com/office/drawing/2014/main" id="{817D0A0A-2A7A-4060-9C95-14FDD81B019D}"/>
              </a:ext>
            </a:extLst>
          </p:cNvPr>
          <p:cNvSpPr>
            <a:spLocks xmlns:a="http://schemas.openxmlformats.org/drawingml/2006/main" noGrp="1"/>
          </p:cNvSpPr>
          <p:nvPr/>
        </p:nvSpPr>
        <p:spPr>
          <a:xfrm xmlns:a="http://schemas.openxmlformats.org/drawingml/2006/main">
            <a:off x="1143000" y="2524125"/>
            <a:ext cx="457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A74335"/>
                </a:solidFill>
                <a:latin typeface="Songti SC"/>
                <a:ea typeface="Songti SC"/>
                <a:cs typeface="Songti SC"/>
              </a:defRPr>
            </a:pPr>
            <a:r>
              <a:rPr sz="2100" b="1">
                <a:solidFill>
                  <a:srgbClr val="A74335"/>
                </a:solidFill>
                <a:latin typeface="Songti SC"/>
                <a:ea typeface="Songti SC"/>
                <a:cs typeface="Songti SC"/>
              </a:rPr>
              <a:t>01</a:t>
            </a:r>
          </a:p>
        </p:txBody>
      </p:sp>
      <p:sp>
        <p:nvSpPr>
          <p:cNvPr id="36" name="text-0373">
            <a:extLst xmlns:a="http://schemas.openxmlformats.org/drawingml/2006/main">
              <a:ext uri="{FF2B5EF4-FFF2-40B4-BE49-F238E27FC236}">
                <a16:creationId xmlns:a16="http://schemas.microsoft.com/office/drawing/2014/main" id="{30083EAA-D197-43CD-ABD9-36243FC4EA41}"/>
              </a:ext>
            </a:extLst>
          </p:cNvPr>
          <p:cNvSpPr>
            <a:spLocks xmlns:a="http://schemas.openxmlformats.org/drawingml/2006/main" noGrp="1"/>
          </p:cNvSpPr>
          <p:nvPr/>
        </p:nvSpPr>
        <p:spPr>
          <a:xfrm xmlns:a="http://schemas.openxmlformats.org/drawingml/2006/main">
            <a:off x="1809750" y="25527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82338"/>
                </a:solidFill>
                <a:latin typeface="PingFang SC"/>
                <a:ea typeface="PingFang SC"/>
                <a:cs typeface="PingFang SC"/>
              </a:defRPr>
            </a:pPr>
            <a:r>
              <a:rPr sz="1875" b="1">
                <a:solidFill>
                  <a:srgbClr val="182338"/>
                </a:solidFill>
                <a:latin typeface="PingFang SC"/>
                <a:ea typeface="PingFang SC"/>
                <a:cs typeface="PingFang SC"/>
              </a:rPr>
              <a:t>目标</a:t>
            </a:r>
          </a:p>
        </p:txBody>
      </p:sp>
      <p:sp>
        <p:nvSpPr>
          <p:cNvPr id="37" name="text-0374">
            <a:extLst xmlns:a="http://schemas.openxmlformats.org/drawingml/2006/main">
              <a:ext uri="{FF2B5EF4-FFF2-40B4-BE49-F238E27FC236}">
                <a16:creationId xmlns:a16="http://schemas.microsoft.com/office/drawing/2014/main" id="{84565959-AE20-4497-8079-1B518AF36B16}"/>
              </a:ext>
            </a:extLst>
          </p:cNvPr>
          <p:cNvSpPr>
            <a:spLocks xmlns:a="http://schemas.openxmlformats.org/drawingml/2006/main" noGrp="1"/>
          </p:cNvSpPr>
          <p:nvPr/>
        </p:nvSpPr>
        <p:spPr>
          <a:xfrm xmlns:a="http://schemas.openxmlformats.org/drawingml/2006/main">
            <a:off x="1143000" y="30480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87287"/>
                </a:solidFill>
                <a:latin typeface="PingFang SC"/>
                <a:ea typeface="PingFang SC"/>
                <a:cs typeface="PingFang SC"/>
              </a:defRPr>
            </a:pPr>
            <a:r>
              <a:rPr sz="1275" b="0">
                <a:solidFill>
                  <a:srgbClr val="687287"/>
                </a:solidFill>
                <a:latin typeface="PingFang SC"/>
                <a:ea typeface="PingFang SC"/>
                <a:cs typeface="PingFang SC"/>
              </a:rPr>
              <a:t>最后要解决什么问题？</a:t>
            </a:r>
          </a:p>
        </p:txBody>
      </p:sp>
      <p:sp>
        <p:nvSpPr>
          <p:cNvPr id="38" name="rect-0375">
            <a:extLst xmlns:a="http://schemas.openxmlformats.org/drawingml/2006/main">
              <a:ext uri="{FF2B5EF4-FFF2-40B4-BE49-F238E27FC236}">
                <a16:creationId xmlns:a16="http://schemas.microsoft.com/office/drawing/2014/main" id="{35E45FC3-FD45-44CE-BC7F-6C69CACBACFD}"/>
              </a:ext>
            </a:extLst>
          </p:cNvPr>
          <p:cNvSpPr>
            <a:spLocks xmlns:a="http://schemas.openxmlformats.org/drawingml/2006/main" noGrp="1"/>
          </p:cNvSpPr>
          <p:nvPr/>
        </p:nvSpPr>
        <p:spPr>
          <a:xfrm xmlns:a="http://schemas.openxmlformats.org/drawingml/2006/main">
            <a:off x="1143000" y="3590925"/>
            <a:ext cx="2838450" cy="9525"/>
          </a:xfrm>
          <a:prstGeom xmlns:a="http://schemas.openxmlformats.org/drawingml/2006/main" prst="rect">
            <a:avLst/>
          </a:prstGeom>
          <a:solidFill xmlns:a="http://schemas.openxmlformats.org/drawingml/2006/main">
            <a:srgbClr val="D8D2C5"/>
          </a:solidFill>
          <a:ln xmlns:a="http://schemas.openxmlformats.org/drawingml/2006/main" w="0">
            <a:noFill/>
            <a:prstDash val="solid"/>
          </a:ln>
        </p:spPr>
      </p:sp>
      <p:sp>
        <p:nvSpPr>
          <p:cNvPr id="39" name="text-0376">
            <a:extLst xmlns:a="http://schemas.openxmlformats.org/drawingml/2006/main">
              <a:ext uri="{FF2B5EF4-FFF2-40B4-BE49-F238E27FC236}">
                <a16:creationId xmlns:a16="http://schemas.microsoft.com/office/drawing/2014/main" id="{C6558803-1680-41AE-83F3-E9D4EF3713CA}"/>
              </a:ext>
            </a:extLst>
          </p:cNvPr>
          <p:cNvSpPr>
            <a:spLocks xmlns:a="http://schemas.openxmlformats.org/drawingml/2006/main" noGrp="1"/>
          </p:cNvSpPr>
          <p:nvPr/>
        </p:nvSpPr>
        <p:spPr>
          <a:xfrm xmlns:a="http://schemas.openxmlformats.org/drawingml/2006/main">
            <a:off x="4514850" y="2524125"/>
            <a:ext cx="457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2F5F83"/>
                </a:solidFill>
                <a:latin typeface="Songti SC"/>
                <a:ea typeface="Songti SC"/>
                <a:cs typeface="Songti SC"/>
              </a:defRPr>
            </a:pPr>
            <a:r>
              <a:rPr sz="2100" b="1">
                <a:solidFill>
                  <a:srgbClr val="2F5F83"/>
                </a:solidFill>
                <a:latin typeface="Songti SC"/>
                <a:ea typeface="Songti SC"/>
                <a:cs typeface="Songti SC"/>
              </a:rPr>
              <a:t>02</a:t>
            </a:r>
          </a:p>
        </p:txBody>
      </p:sp>
      <p:sp>
        <p:nvSpPr>
          <p:cNvPr id="40" name="text-0377">
            <a:extLst xmlns:a="http://schemas.openxmlformats.org/drawingml/2006/main">
              <a:ext uri="{FF2B5EF4-FFF2-40B4-BE49-F238E27FC236}">
                <a16:creationId xmlns:a16="http://schemas.microsoft.com/office/drawing/2014/main" id="{9A50239B-63D8-4C8B-9FAD-530B4C7413F5}"/>
              </a:ext>
            </a:extLst>
          </p:cNvPr>
          <p:cNvSpPr>
            <a:spLocks xmlns:a="http://schemas.openxmlformats.org/drawingml/2006/main" noGrp="1"/>
          </p:cNvSpPr>
          <p:nvPr/>
        </p:nvSpPr>
        <p:spPr>
          <a:xfrm xmlns:a="http://schemas.openxmlformats.org/drawingml/2006/main">
            <a:off x="5181600" y="25527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82338"/>
                </a:solidFill>
                <a:latin typeface="PingFang SC"/>
                <a:ea typeface="PingFang SC"/>
                <a:cs typeface="PingFang SC"/>
              </a:defRPr>
            </a:pPr>
            <a:r>
              <a:rPr sz="1875" b="1">
                <a:solidFill>
                  <a:srgbClr val="182338"/>
                </a:solidFill>
                <a:latin typeface="PingFang SC"/>
                <a:ea typeface="PingFang SC"/>
                <a:cs typeface="PingFang SC"/>
              </a:rPr>
              <a:t>背景</a:t>
            </a:r>
          </a:p>
        </p:txBody>
      </p:sp>
      <p:sp>
        <p:nvSpPr>
          <p:cNvPr id="41" name="text-0378">
            <a:extLst xmlns:a="http://schemas.openxmlformats.org/drawingml/2006/main">
              <a:ext uri="{FF2B5EF4-FFF2-40B4-BE49-F238E27FC236}">
                <a16:creationId xmlns:a16="http://schemas.microsoft.com/office/drawing/2014/main" id="{3D62C4D8-A794-4D60-A532-F4F267CE9C2A}"/>
              </a:ext>
            </a:extLst>
          </p:cNvPr>
          <p:cNvSpPr>
            <a:spLocks xmlns:a="http://schemas.openxmlformats.org/drawingml/2006/main" noGrp="1"/>
          </p:cNvSpPr>
          <p:nvPr/>
        </p:nvSpPr>
        <p:spPr>
          <a:xfrm xmlns:a="http://schemas.openxmlformats.org/drawingml/2006/main">
            <a:off x="4514850" y="30480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87287"/>
                </a:solidFill>
                <a:latin typeface="PingFang SC"/>
                <a:ea typeface="PingFang SC"/>
                <a:cs typeface="PingFang SC"/>
              </a:defRPr>
            </a:pPr>
            <a:r>
              <a:rPr sz="1275" b="0">
                <a:solidFill>
                  <a:srgbClr val="687287"/>
                </a:solidFill>
                <a:latin typeface="PingFang SC"/>
                <a:ea typeface="PingFang SC"/>
                <a:cs typeface="PingFang SC"/>
              </a:rPr>
              <a:t>服务谁？有哪些前提？</a:t>
            </a:r>
          </a:p>
        </p:txBody>
      </p:sp>
      <p:sp>
        <p:nvSpPr>
          <p:cNvPr id="42" name="rect-0379">
            <a:extLst xmlns:a="http://schemas.openxmlformats.org/drawingml/2006/main">
              <a:ext uri="{FF2B5EF4-FFF2-40B4-BE49-F238E27FC236}">
                <a16:creationId xmlns:a16="http://schemas.microsoft.com/office/drawing/2014/main" id="{A7F3CE2E-8097-4203-94D9-731227F415AB}"/>
              </a:ext>
            </a:extLst>
          </p:cNvPr>
          <p:cNvSpPr>
            <a:spLocks xmlns:a="http://schemas.openxmlformats.org/drawingml/2006/main" noGrp="1"/>
          </p:cNvSpPr>
          <p:nvPr/>
        </p:nvSpPr>
        <p:spPr>
          <a:xfrm xmlns:a="http://schemas.openxmlformats.org/drawingml/2006/main">
            <a:off x="4514850" y="3590925"/>
            <a:ext cx="2838450" cy="9525"/>
          </a:xfrm>
          <a:prstGeom xmlns:a="http://schemas.openxmlformats.org/drawingml/2006/main" prst="rect">
            <a:avLst/>
          </a:prstGeom>
          <a:solidFill xmlns:a="http://schemas.openxmlformats.org/drawingml/2006/main">
            <a:srgbClr val="D8D2C5"/>
          </a:solidFill>
          <a:ln xmlns:a="http://schemas.openxmlformats.org/drawingml/2006/main" w="0">
            <a:noFill/>
            <a:prstDash val="solid"/>
          </a:ln>
        </p:spPr>
      </p:sp>
      <p:sp>
        <p:nvSpPr>
          <p:cNvPr id="43" name="text-0380">
            <a:extLst xmlns:a="http://schemas.openxmlformats.org/drawingml/2006/main">
              <a:ext uri="{FF2B5EF4-FFF2-40B4-BE49-F238E27FC236}">
                <a16:creationId xmlns:a16="http://schemas.microsoft.com/office/drawing/2014/main" id="{C51323DB-2918-40E4-8DF2-B36DEF7DBD84}"/>
              </a:ext>
            </a:extLst>
          </p:cNvPr>
          <p:cNvSpPr>
            <a:spLocks xmlns:a="http://schemas.openxmlformats.org/drawingml/2006/main" noGrp="1"/>
          </p:cNvSpPr>
          <p:nvPr/>
        </p:nvSpPr>
        <p:spPr>
          <a:xfrm xmlns:a="http://schemas.openxmlformats.org/drawingml/2006/main">
            <a:off x="7886700" y="2524125"/>
            <a:ext cx="457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B8842F"/>
                </a:solidFill>
                <a:latin typeface="Songti SC"/>
                <a:ea typeface="Songti SC"/>
                <a:cs typeface="Songti SC"/>
              </a:defRPr>
            </a:pPr>
            <a:r>
              <a:rPr sz="2100" b="1">
                <a:solidFill>
                  <a:srgbClr val="B8842F"/>
                </a:solidFill>
                <a:latin typeface="Songti SC"/>
                <a:ea typeface="Songti SC"/>
                <a:cs typeface="Songti SC"/>
              </a:rPr>
              <a:t>03</a:t>
            </a:r>
          </a:p>
        </p:txBody>
      </p:sp>
      <p:sp>
        <p:nvSpPr>
          <p:cNvPr id="44" name="text-0381">
            <a:extLst xmlns:a="http://schemas.openxmlformats.org/drawingml/2006/main">
              <a:ext uri="{FF2B5EF4-FFF2-40B4-BE49-F238E27FC236}">
                <a16:creationId xmlns:a16="http://schemas.microsoft.com/office/drawing/2014/main" id="{F8B73651-E627-48D3-B840-DEC0DDAF1D7D}"/>
              </a:ext>
            </a:extLst>
          </p:cNvPr>
          <p:cNvSpPr>
            <a:spLocks xmlns:a="http://schemas.openxmlformats.org/drawingml/2006/main" noGrp="1"/>
          </p:cNvSpPr>
          <p:nvPr/>
        </p:nvSpPr>
        <p:spPr>
          <a:xfrm xmlns:a="http://schemas.openxmlformats.org/drawingml/2006/main">
            <a:off x="8553450" y="25527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82338"/>
                </a:solidFill>
                <a:latin typeface="PingFang SC"/>
                <a:ea typeface="PingFang SC"/>
                <a:cs typeface="PingFang SC"/>
              </a:defRPr>
            </a:pPr>
            <a:r>
              <a:rPr sz="1875" b="1">
                <a:solidFill>
                  <a:srgbClr val="182338"/>
                </a:solidFill>
                <a:latin typeface="PingFang SC"/>
                <a:ea typeface="PingFang SC"/>
                <a:cs typeface="PingFang SC"/>
              </a:rPr>
              <a:t>资料</a:t>
            </a:r>
          </a:p>
        </p:txBody>
      </p:sp>
      <p:sp>
        <p:nvSpPr>
          <p:cNvPr id="45" name="text-0382">
            <a:extLst xmlns:a="http://schemas.openxmlformats.org/drawingml/2006/main">
              <a:ext uri="{FF2B5EF4-FFF2-40B4-BE49-F238E27FC236}">
                <a16:creationId xmlns:a16="http://schemas.microsoft.com/office/drawing/2014/main" id="{350B0445-3410-488A-A454-EED52054DFEB}"/>
              </a:ext>
            </a:extLst>
          </p:cNvPr>
          <p:cNvSpPr>
            <a:spLocks xmlns:a="http://schemas.openxmlformats.org/drawingml/2006/main" noGrp="1"/>
          </p:cNvSpPr>
          <p:nvPr/>
        </p:nvSpPr>
        <p:spPr>
          <a:xfrm xmlns:a="http://schemas.openxmlformats.org/drawingml/2006/main">
            <a:off x="7886700" y="30480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87287"/>
                </a:solidFill>
                <a:latin typeface="PingFang SC"/>
                <a:ea typeface="PingFang SC"/>
                <a:cs typeface="PingFang SC"/>
              </a:defRPr>
            </a:pPr>
            <a:r>
              <a:rPr sz="1275" b="0">
                <a:solidFill>
                  <a:srgbClr val="687287"/>
                </a:solidFill>
                <a:latin typeface="PingFang SC"/>
                <a:ea typeface="PingFang SC"/>
                <a:cs typeface="PingFang SC"/>
              </a:rPr>
              <a:t>依据什么事实和来源？</a:t>
            </a:r>
          </a:p>
        </p:txBody>
      </p:sp>
      <p:sp>
        <p:nvSpPr>
          <p:cNvPr id="46" name="rect-0383">
            <a:extLst xmlns:a="http://schemas.openxmlformats.org/drawingml/2006/main">
              <a:ext uri="{FF2B5EF4-FFF2-40B4-BE49-F238E27FC236}">
                <a16:creationId xmlns:a16="http://schemas.microsoft.com/office/drawing/2014/main" id="{2F027329-0DA3-46A8-8969-5BF59B328DE5}"/>
              </a:ext>
            </a:extLst>
          </p:cNvPr>
          <p:cNvSpPr>
            <a:spLocks xmlns:a="http://schemas.openxmlformats.org/drawingml/2006/main" noGrp="1"/>
          </p:cNvSpPr>
          <p:nvPr/>
        </p:nvSpPr>
        <p:spPr>
          <a:xfrm xmlns:a="http://schemas.openxmlformats.org/drawingml/2006/main">
            <a:off x="7886700" y="3590925"/>
            <a:ext cx="2838450" cy="9525"/>
          </a:xfrm>
          <a:prstGeom xmlns:a="http://schemas.openxmlformats.org/drawingml/2006/main" prst="rect">
            <a:avLst/>
          </a:prstGeom>
          <a:solidFill xmlns:a="http://schemas.openxmlformats.org/drawingml/2006/main">
            <a:srgbClr val="D8D2C5"/>
          </a:solidFill>
          <a:ln xmlns:a="http://schemas.openxmlformats.org/drawingml/2006/main" w="0">
            <a:noFill/>
            <a:prstDash val="solid"/>
          </a:ln>
        </p:spPr>
      </p:sp>
      <p:sp>
        <p:nvSpPr>
          <p:cNvPr id="47" name="text-0384">
            <a:extLst xmlns:a="http://schemas.openxmlformats.org/drawingml/2006/main">
              <a:ext uri="{FF2B5EF4-FFF2-40B4-BE49-F238E27FC236}">
                <a16:creationId xmlns:a16="http://schemas.microsoft.com/office/drawing/2014/main" id="{147EAB0E-0912-49F0-A618-F064A1B60783}"/>
              </a:ext>
            </a:extLst>
          </p:cNvPr>
          <p:cNvSpPr>
            <a:spLocks xmlns:a="http://schemas.openxmlformats.org/drawingml/2006/main" noGrp="1"/>
          </p:cNvSpPr>
          <p:nvPr/>
        </p:nvSpPr>
        <p:spPr>
          <a:xfrm xmlns:a="http://schemas.openxmlformats.org/drawingml/2006/main">
            <a:off x="1143000" y="3905250"/>
            <a:ext cx="457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3E6F61"/>
                </a:solidFill>
                <a:latin typeface="Songti SC"/>
                <a:ea typeface="Songti SC"/>
                <a:cs typeface="Songti SC"/>
              </a:defRPr>
            </a:pPr>
            <a:r>
              <a:rPr sz="2100" b="1">
                <a:solidFill>
                  <a:srgbClr val="3E6F61"/>
                </a:solidFill>
                <a:latin typeface="Songti SC"/>
                <a:ea typeface="Songti SC"/>
                <a:cs typeface="Songti SC"/>
              </a:rPr>
              <a:t>04</a:t>
            </a:r>
          </a:p>
        </p:txBody>
      </p:sp>
      <p:sp>
        <p:nvSpPr>
          <p:cNvPr id="48" name="text-0385">
            <a:extLst xmlns:a="http://schemas.openxmlformats.org/drawingml/2006/main">
              <a:ext uri="{FF2B5EF4-FFF2-40B4-BE49-F238E27FC236}">
                <a16:creationId xmlns:a16="http://schemas.microsoft.com/office/drawing/2014/main" id="{135E0C4A-B43B-4A90-96A5-602618D8F38F}"/>
              </a:ext>
            </a:extLst>
          </p:cNvPr>
          <p:cNvSpPr>
            <a:spLocks xmlns:a="http://schemas.openxmlformats.org/drawingml/2006/main" noGrp="1"/>
          </p:cNvSpPr>
          <p:nvPr/>
        </p:nvSpPr>
        <p:spPr>
          <a:xfrm xmlns:a="http://schemas.openxmlformats.org/drawingml/2006/main">
            <a:off x="1809750" y="393382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82338"/>
                </a:solidFill>
                <a:latin typeface="PingFang SC"/>
                <a:ea typeface="PingFang SC"/>
                <a:cs typeface="PingFang SC"/>
              </a:defRPr>
            </a:pPr>
            <a:r>
              <a:rPr sz="1875" b="1">
                <a:solidFill>
                  <a:srgbClr val="182338"/>
                </a:solidFill>
                <a:latin typeface="PingFang SC"/>
                <a:ea typeface="PingFang SC"/>
                <a:cs typeface="PingFang SC"/>
              </a:rPr>
              <a:t>输出</a:t>
            </a:r>
          </a:p>
        </p:txBody>
      </p:sp>
      <p:sp>
        <p:nvSpPr>
          <p:cNvPr id="49" name="text-0386">
            <a:extLst xmlns:a="http://schemas.openxmlformats.org/drawingml/2006/main">
              <a:ext uri="{FF2B5EF4-FFF2-40B4-BE49-F238E27FC236}">
                <a16:creationId xmlns:a16="http://schemas.microsoft.com/office/drawing/2014/main" id="{33684EEB-2D10-4171-AF27-0AA4BAA5134B}"/>
              </a:ext>
            </a:extLst>
          </p:cNvPr>
          <p:cNvSpPr>
            <a:spLocks xmlns:a="http://schemas.openxmlformats.org/drawingml/2006/main" noGrp="1"/>
          </p:cNvSpPr>
          <p:nvPr/>
        </p:nvSpPr>
        <p:spPr>
          <a:xfrm xmlns:a="http://schemas.openxmlformats.org/drawingml/2006/main">
            <a:off x="1143000" y="442912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87287"/>
                </a:solidFill>
                <a:latin typeface="PingFang SC"/>
                <a:ea typeface="PingFang SC"/>
                <a:cs typeface="PingFang SC"/>
              </a:defRPr>
            </a:pPr>
            <a:r>
              <a:rPr sz="1275" b="0">
                <a:solidFill>
                  <a:srgbClr val="687287"/>
                </a:solidFill>
                <a:latin typeface="PingFang SC"/>
                <a:ea typeface="PingFang SC"/>
                <a:cs typeface="PingFang SC"/>
              </a:rPr>
              <a:t>要表格、讲稿还是方案？</a:t>
            </a:r>
          </a:p>
        </p:txBody>
      </p:sp>
      <p:sp>
        <p:nvSpPr>
          <p:cNvPr id="50" name="rect-0387">
            <a:extLst xmlns:a="http://schemas.openxmlformats.org/drawingml/2006/main">
              <a:ext uri="{FF2B5EF4-FFF2-40B4-BE49-F238E27FC236}">
                <a16:creationId xmlns:a16="http://schemas.microsoft.com/office/drawing/2014/main" id="{E3D617D4-B676-4589-AAED-4F8571E4D437}"/>
              </a:ext>
            </a:extLst>
          </p:cNvPr>
          <p:cNvSpPr>
            <a:spLocks xmlns:a="http://schemas.openxmlformats.org/drawingml/2006/main" noGrp="1"/>
          </p:cNvSpPr>
          <p:nvPr/>
        </p:nvSpPr>
        <p:spPr>
          <a:xfrm xmlns:a="http://schemas.openxmlformats.org/drawingml/2006/main">
            <a:off x="1143000" y="4972050"/>
            <a:ext cx="2838450" cy="9525"/>
          </a:xfrm>
          <a:prstGeom xmlns:a="http://schemas.openxmlformats.org/drawingml/2006/main" prst="rect">
            <a:avLst/>
          </a:prstGeom>
          <a:solidFill xmlns:a="http://schemas.openxmlformats.org/drawingml/2006/main">
            <a:srgbClr val="D8D2C5"/>
          </a:solidFill>
          <a:ln xmlns:a="http://schemas.openxmlformats.org/drawingml/2006/main" w="0">
            <a:noFill/>
            <a:prstDash val="solid"/>
          </a:ln>
        </p:spPr>
      </p:sp>
      <p:sp>
        <p:nvSpPr>
          <p:cNvPr id="51" name="text-0388">
            <a:extLst xmlns:a="http://schemas.openxmlformats.org/drawingml/2006/main">
              <a:ext uri="{FF2B5EF4-FFF2-40B4-BE49-F238E27FC236}">
                <a16:creationId xmlns:a16="http://schemas.microsoft.com/office/drawing/2014/main" id="{F546FDC4-C365-47AE-BC5E-13AB9C2EE0B3}"/>
              </a:ext>
            </a:extLst>
          </p:cNvPr>
          <p:cNvSpPr>
            <a:spLocks xmlns:a="http://schemas.openxmlformats.org/drawingml/2006/main" noGrp="1"/>
          </p:cNvSpPr>
          <p:nvPr/>
        </p:nvSpPr>
        <p:spPr>
          <a:xfrm xmlns:a="http://schemas.openxmlformats.org/drawingml/2006/main">
            <a:off x="4514850" y="3905250"/>
            <a:ext cx="457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2F5F83"/>
                </a:solidFill>
                <a:latin typeface="Songti SC"/>
                <a:ea typeface="Songti SC"/>
                <a:cs typeface="Songti SC"/>
              </a:defRPr>
            </a:pPr>
            <a:r>
              <a:rPr sz="2100" b="1">
                <a:solidFill>
                  <a:srgbClr val="2F5F83"/>
                </a:solidFill>
                <a:latin typeface="Songti SC"/>
                <a:ea typeface="Songti SC"/>
                <a:cs typeface="Songti SC"/>
              </a:rPr>
              <a:t>05</a:t>
            </a:r>
          </a:p>
        </p:txBody>
      </p:sp>
      <p:sp>
        <p:nvSpPr>
          <p:cNvPr id="52" name="text-0389">
            <a:extLst xmlns:a="http://schemas.openxmlformats.org/drawingml/2006/main">
              <a:ext uri="{FF2B5EF4-FFF2-40B4-BE49-F238E27FC236}">
                <a16:creationId xmlns:a16="http://schemas.microsoft.com/office/drawing/2014/main" id="{98BBB892-EFF8-4108-845B-D36557C27F6C}"/>
              </a:ext>
            </a:extLst>
          </p:cNvPr>
          <p:cNvSpPr>
            <a:spLocks xmlns:a="http://schemas.openxmlformats.org/drawingml/2006/main" noGrp="1"/>
          </p:cNvSpPr>
          <p:nvPr/>
        </p:nvSpPr>
        <p:spPr>
          <a:xfrm xmlns:a="http://schemas.openxmlformats.org/drawingml/2006/main">
            <a:off x="5181600" y="393382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82338"/>
                </a:solidFill>
                <a:latin typeface="PingFang SC"/>
                <a:ea typeface="PingFang SC"/>
                <a:cs typeface="PingFang SC"/>
              </a:defRPr>
            </a:pPr>
            <a:r>
              <a:rPr sz="1875" b="1">
                <a:solidFill>
                  <a:srgbClr val="182338"/>
                </a:solidFill>
                <a:latin typeface="PingFang SC"/>
                <a:ea typeface="PingFang SC"/>
                <a:cs typeface="PingFang SC"/>
              </a:rPr>
              <a:t>验收</a:t>
            </a:r>
          </a:p>
        </p:txBody>
      </p:sp>
      <p:sp>
        <p:nvSpPr>
          <p:cNvPr id="53" name="text-0390">
            <a:extLst xmlns:a="http://schemas.openxmlformats.org/drawingml/2006/main">
              <a:ext uri="{FF2B5EF4-FFF2-40B4-BE49-F238E27FC236}">
                <a16:creationId xmlns:a16="http://schemas.microsoft.com/office/drawing/2014/main" id="{79F565C2-D4C3-42AC-912A-C45D36DA320A}"/>
              </a:ext>
            </a:extLst>
          </p:cNvPr>
          <p:cNvSpPr>
            <a:spLocks xmlns:a="http://schemas.openxmlformats.org/drawingml/2006/main" noGrp="1"/>
          </p:cNvSpPr>
          <p:nvPr/>
        </p:nvSpPr>
        <p:spPr>
          <a:xfrm xmlns:a="http://schemas.openxmlformats.org/drawingml/2006/main">
            <a:off x="4514850" y="442912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87287"/>
                </a:solidFill>
                <a:latin typeface="PingFang SC"/>
                <a:ea typeface="PingFang SC"/>
                <a:cs typeface="PingFang SC"/>
              </a:defRPr>
            </a:pPr>
            <a:r>
              <a:rPr sz="1275" b="0">
                <a:solidFill>
                  <a:srgbClr val="687287"/>
                </a:solidFill>
                <a:latin typeface="PingFang SC"/>
                <a:ea typeface="PingFang SC"/>
                <a:cs typeface="PingFang SC"/>
              </a:rPr>
              <a:t>怎样才算正确、完整、可用？</a:t>
            </a:r>
          </a:p>
        </p:txBody>
      </p:sp>
      <p:sp>
        <p:nvSpPr>
          <p:cNvPr id="54" name="rect-0391">
            <a:extLst xmlns:a="http://schemas.openxmlformats.org/drawingml/2006/main">
              <a:ext uri="{FF2B5EF4-FFF2-40B4-BE49-F238E27FC236}">
                <a16:creationId xmlns:a16="http://schemas.microsoft.com/office/drawing/2014/main" id="{ECC0F3AE-1FF4-4819-81BE-50C3293657D0}"/>
              </a:ext>
            </a:extLst>
          </p:cNvPr>
          <p:cNvSpPr>
            <a:spLocks xmlns:a="http://schemas.openxmlformats.org/drawingml/2006/main" noGrp="1"/>
          </p:cNvSpPr>
          <p:nvPr/>
        </p:nvSpPr>
        <p:spPr>
          <a:xfrm xmlns:a="http://schemas.openxmlformats.org/drawingml/2006/main">
            <a:off x="4514850" y="4972050"/>
            <a:ext cx="2838450" cy="9525"/>
          </a:xfrm>
          <a:prstGeom xmlns:a="http://schemas.openxmlformats.org/drawingml/2006/main" prst="rect">
            <a:avLst/>
          </a:prstGeom>
          <a:solidFill xmlns:a="http://schemas.openxmlformats.org/drawingml/2006/main">
            <a:srgbClr val="D8D2C5"/>
          </a:solidFill>
          <a:ln xmlns:a="http://schemas.openxmlformats.org/drawingml/2006/main" w="0">
            <a:noFill/>
            <a:prstDash val="solid"/>
          </a:ln>
        </p:spPr>
      </p:sp>
      <p:sp>
        <p:nvSpPr>
          <p:cNvPr id="55" name="text-0392">
            <a:extLst xmlns:a="http://schemas.openxmlformats.org/drawingml/2006/main">
              <a:ext uri="{FF2B5EF4-FFF2-40B4-BE49-F238E27FC236}">
                <a16:creationId xmlns:a16="http://schemas.microsoft.com/office/drawing/2014/main" id="{CF0E9620-18F7-4AB6-8FAF-DB8EC07F1A66}"/>
              </a:ext>
            </a:extLst>
          </p:cNvPr>
          <p:cNvSpPr>
            <a:spLocks xmlns:a="http://schemas.openxmlformats.org/drawingml/2006/main" noGrp="1"/>
          </p:cNvSpPr>
          <p:nvPr/>
        </p:nvSpPr>
        <p:spPr>
          <a:xfrm xmlns:a="http://schemas.openxmlformats.org/drawingml/2006/main">
            <a:off x="7886700" y="3905250"/>
            <a:ext cx="457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A74335"/>
                </a:solidFill>
                <a:latin typeface="Songti SC"/>
                <a:ea typeface="Songti SC"/>
                <a:cs typeface="Songti SC"/>
              </a:defRPr>
            </a:pPr>
            <a:r>
              <a:rPr sz="2100" b="1">
                <a:solidFill>
                  <a:srgbClr val="A74335"/>
                </a:solidFill>
                <a:latin typeface="Songti SC"/>
                <a:ea typeface="Songti SC"/>
                <a:cs typeface="Songti SC"/>
              </a:rPr>
              <a:t>06</a:t>
            </a:r>
          </a:p>
        </p:txBody>
      </p:sp>
      <p:sp>
        <p:nvSpPr>
          <p:cNvPr id="56" name="text-0393">
            <a:extLst xmlns:a="http://schemas.openxmlformats.org/drawingml/2006/main">
              <a:ext uri="{FF2B5EF4-FFF2-40B4-BE49-F238E27FC236}">
                <a16:creationId xmlns:a16="http://schemas.microsoft.com/office/drawing/2014/main" id="{C4AAA866-E93B-4C28-B6D0-01E38AB54999}"/>
              </a:ext>
            </a:extLst>
          </p:cNvPr>
          <p:cNvSpPr>
            <a:spLocks xmlns:a="http://schemas.openxmlformats.org/drawingml/2006/main" noGrp="1"/>
          </p:cNvSpPr>
          <p:nvPr/>
        </p:nvSpPr>
        <p:spPr>
          <a:xfrm xmlns:a="http://schemas.openxmlformats.org/drawingml/2006/main">
            <a:off x="8553450" y="393382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82338"/>
                </a:solidFill>
                <a:latin typeface="PingFang SC"/>
                <a:ea typeface="PingFang SC"/>
                <a:cs typeface="PingFang SC"/>
              </a:defRPr>
            </a:pPr>
            <a:r>
              <a:rPr sz="1875" b="1">
                <a:solidFill>
                  <a:srgbClr val="182338"/>
                </a:solidFill>
                <a:latin typeface="PingFang SC"/>
                <a:ea typeface="PingFang SC"/>
                <a:cs typeface="PingFang SC"/>
              </a:rPr>
              <a:t>边界</a:t>
            </a:r>
          </a:p>
        </p:txBody>
      </p:sp>
      <p:sp>
        <p:nvSpPr>
          <p:cNvPr id="57" name="text-0394">
            <a:extLst xmlns:a="http://schemas.openxmlformats.org/drawingml/2006/main">
              <a:ext uri="{FF2B5EF4-FFF2-40B4-BE49-F238E27FC236}">
                <a16:creationId xmlns:a16="http://schemas.microsoft.com/office/drawing/2014/main" id="{FC5F7951-AA19-4BDE-810D-AF69003ED3C9}"/>
              </a:ext>
            </a:extLst>
          </p:cNvPr>
          <p:cNvSpPr>
            <a:spLocks xmlns:a="http://schemas.openxmlformats.org/drawingml/2006/main" noGrp="1"/>
          </p:cNvSpPr>
          <p:nvPr/>
        </p:nvSpPr>
        <p:spPr>
          <a:xfrm xmlns:a="http://schemas.openxmlformats.org/drawingml/2006/main">
            <a:off x="7886700" y="442912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87287"/>
                </a:solidFill>
                <a:latin typeface="PingFang SC"/>
                <a:ea typeface="PingFang SC"/>
                <a:cs typeface="PingFang SC"/>
              </a:defRPr>
            </a:pPr>
            <a:r>
              <a:rPr sz="1275" b="0">
                <a:solidFill>
                  <a:srgbClr val="687287"/>
                </a:solidFill>
                <a:latin typeface="PingFang SC"/>
                <a:ea typeface="PingFang SC"/>
                <a:cs typeface="PingFang SC"/>
              </a:rPr>
              <a:t>什么不能做？何时必须问人？</a:t>
            </a:r>
          </a:p>
        </p:txBody>
      </p:sp>
      <p:sp>
        <p:nvSpPr>
          <p:cNvPr id="58" name="rect-0395">
            <a:extLst xmlns:a="http://schemas.openxmlformats.org/drawingml/2006/main">
              <a:ext uri="{FF2B5EF4-FFF2-40B4-BE49-F238E27FC236}">
                <a16:creationId xmlns:a16="http://schemas.microsoft.com/office/drawing/2014/main" id="{0FF787B0-0A86-4AF8-844E-A2896B767B92}"/>
              </a:ext>
            </a:extLst>
          </p:cNvPr>
          <p:cNvSpPr>
            <a:spLocks xmlns:a="http://schemas.openxmlformats.org/drawingml/2006/main" noGrp="1"/>
          </p:cNvSpPr>
          <p:nvPr/>
        </p:nvSpPr>
        <p:spPr>
          <a:xfrm xmlns:a="http://schemas.openxmlformats.org/drawingml/2006/main">
            <a:off x="7886700" y="4972050"/>
            <a:ext cx="2838450" cy="9525"/>
          </a:xfrm>
          <a:prstGeom xmlns:a="http://schemas.openxmlformats.org/drawingml/2006/main" prst="rect">
            <a:avLst/>
          </a:prstGeom>
          <a:solidFill xmlns:a="http://schemas.openxmlformats.org/drawingml/2006/main">
            <a:srgbClr val="D8D2C5"/>
          </a:solidFill>
          <a:ln xmlns:a="http://schemas.openxmlformats.org/drawingml/2006/main" w="0">
            <a:noFill/>
            <a:prstDash val="solid"/>
          </a:ln>
        </p:spPr>
      </p:sp>
      <p:sp>
        <p:nvSpPr>
          <p:cNvPr id="59" name="rect-0396">
            <a:extLst xmlns:a="http://schemas.openxmlformats.org/drawingml/2006/main">
              <a:ext uri="{FF2B5EF4-FFF2-40B4-BE49-F238E27FC236}">
                <a16:creationId xmlns:a16="http://schemas.microsoft.com/office/drawing/2014/main" id="{D2A263A2-A2FE-4695-8847-9D493A0D2DDE}"/>
              </a:ext>
            </a:extLst>
          </p:cNvPr>
          <p:cNvSpPr>
            <a:spLocks xmlns:a="http://schemas.openxmlformats.org/drawingml/2006/main" noGrp="1"/>
          </p:cNvSpPr>
          <p:nvPr/>
        </p:nvSpPr>
        <p:spPr>
          <a:xfrm xmlns:a="http://schemas.openxmlformats.org/drawingml/2006/main">
            <a:off x="685800" y="5543550"/>
            <a:ext cx="10820400" cy="704850"/>
          </a:xfrm>
          <a:prstGeom xmlns:a="http://schemas.openxmlformats.org/drawingml/2006/main" prst="rect">
            <a:avLst/>
          </a:prstGeom>
          <a:solidFill xmlns:a="http://schemas.openxmlformats.org/drawingml/2006/main">
            <a:srgbClr val="FFFDF8"/>
          </a:solidFill>
          <a:ln xmlns:a="http://schemas.openxmlformats.org/drawingml/2006/main" w="0">
            <a:solidFill>
              <a:srgbClr val="D8D2C5"/>
            </a:solidFill>
            <a:prstDash val="solid"/>
          </a:ln>
        </p:spPr>
      </p:sp>
      <p:sp>
        <p:nvSpPr>
          <p:cNvPr id="60" name="rect-0397">
            <a:extLst xmlns:a="http://schemas.openxmlformats.org/drawingml/2006/main">
              <a:ext uri="{FF2B5EF4-FFF2-40B4-BE49-F238E27FC236}">
                <a16:creationId xmlns:a16="http://schemas.microsoft.com/office/drawing/2014/main" id="{D8943D09-7454-4496-AA73-F179B5B4B9FC}"/>
              </a:ext>
            </a:extLst>
          </p:cNvPr>
          <p:cNvSpPr>
            <a:spLocks xmlns:a="http://schemas.openxmlformats.org/drawingml/2006/main" noGrp="1"/>
          </p:cNvSpPr>
          <p:nvPr/>
        </p:nvSpPr>
        <p:spPr>
          <a:xfrm xmlns:a="http://schemas.openxmlformats.org/drawingml/2006/main">
            <a:off x="685800" y="5543550"/>
            <a:ext cx="57150" cy="70485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61" name="text-0398">
            <a:extLst xmlns:a="http://schemas.openxmlformats.org/drawingml/2006/main">
              <a:ext uri="{FF2B5EF4-FFF2-40B4-BE49-F238E27FC236}">
                <a16:creationId xmlns:a16="http://schemas.microsoft.com/office/drawing/2014/main" id="{A8FDF030-880F-4D6F-83C6-171D9B6246C2}"/>
              </a:ext>
            </a:extLst>
          </p:cNvPr>
          <p:cNvSpPr>
            <a:spLocks xmlns:a="http://schemas.openxmlformats.org/drawingml/2006/main" noGrp="1"/>
          </p:cNvSpPr>
          <p:nvPr/>
        </p:nvSpPr>
        <p:spPr>
          <a:xfrm xmlns:a="http://schemas.openxmlformats.org/drawingml/2006/main">
            <a:off x="933450" y="5686425"/>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182338"/>
                </a:solidFill>
                <a:latin typeface="PingFang SC"/>
                <a:ea typeface="PingFang SC"/>
                <a:cs typeface="PingFang SC"/>
              </a:defRPr>
            </a:pPr>
            <a:r>
              <a:rPr sz="1800" b="1">
                <a:solidFill>
                  <a:srgbClr val="182338"/>
                </a:solidFill>
                <a:latin typeface="PingFang SC"/>
                <a:ea typeface="PingFang SC"/>
                <a:cs typeface="PingFang SC"/>
              </a:rPr>
              <a:t>会提问只是开始；会派活、会验收，才是真正会用AI。</a:t>
            </a:r>
          </a:p>
        </p:txBody>
      </p:sp>
    </p:spTree>
    <p:extLst>
      <p:ext uri="{BB962C8B-B14F-4D97-AF65-F5344CB8AC3E}">
        <p14:creationId xmlns:p14="http://schemas.microsoft.com/office/powerpoint/2010/main" val="1894371457"/>
      </p:ext>
    </p:extLst>
  </p:cSld>
</p:sld>
</file>

<file path=ppt/slides/slide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56" name="rect-0399">
            <a:extLst xmlns:a="http://schemas.openxmlformats.org/drawingml/2006/main">
              <a:ext uri="{FF2B5EF4-FFF2-40B4-BE49-F238E27FC236}">
                <a16:creationId xmlns:a16="http://schemas.microsoft.com/office/drawing/2014/main" id="{AF3BFD75-2FC6-45E0-BB0D-2561F2B1A1BC}"/>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 name="rect-0400">
            <a:extLst xmlns:a="http://schemas.openxmlformats.org/drawingml/2006/main">
              <a:ext uri="{FF2B5EF4-FFF2-40B4-BE49-F238E27FC236}">
                <a16:creationId xmlns:a16="http://schemas.microsoft.com/office/drawing/2014/main" id="{6E31B0BC-7A63-4CEB-8DD8-D48DF1D6EE97}"/>
              </a:ext>
            </a:extLst>
          </p:cNvPr>
          <p:cNvSpPr>
            <a:spLocks xmlns:a="http://schemas.openxmlformats.org/drawingml/2006/main" noGrp="1"/>
          </p:cNvSpPr>
          <p:nvPr/>
        </p:nvSpPr>
        <p:spPr>
          <a:xfrm xmlns:a="http://schemas.openxmlformats.org/drawingml/2006/main">
            <a:off x="838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3" name="rect-0401">
            <a:extLst xmlns:a="http://schemas.openxmlformats.org/drawingml/2006/main">
              <a:ext uri="{FF2B5EF4-FFF2-40B4-BE49-F238E27FC236}">
                <a16:creationId xmlns:a16="http://schemas.microsoft.com/office/drawing/2014/main" id="{EFE608F1-5A9A-482E-8A22-8C0C01DF5A5A}"/>
              </a:ext>
            </a:extLst>
          </p:cNvPr>
          <p:cNvSpPr>
            <a:spLocks xmlns:a="http://schemas.openxmlformats.org/drawingml/2006/main" noGrp="1"/>
          </p:cNvSpPr>
          <p:nvPr/>
        </p:nvSpPr>
        <p:spPr>
          <a:xfrm xmlns:a="http://schemas.openxmlformats.org/drawingml/2006/main">
            <a:off x="1676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4" name="rect-0402">
            <a:extLst xmlns:a="http://schemas.openxmlformats.org/drawingml/2006/main">
              <a:ext uri="{FF2B5EF4-FFF2-40B4-BE49-F238E27FC236}">
                <a16:creationId xmlns:a16="http://schemas.microsoft.com/office/drawing/2014/main" id="{2F0498CE-4304-4567-A52A-B7C7A4152B44}"/>
              </a:ext>
            </a:extLst>
          </p:cNvPr>
          <p:cNvSpPr>
            <a:spLocks xmlns:a="http://schemas.openxmlformats.org/drawingml/2006/main" noGrp="1"/>
          </p:cNvSpPr>
          <p:nvPr/>
        </p:nvSpPr>
        <p:spPr>
          <a:xfrm xmlns:a="http://schemas.openxmlformats.org/drawingml/2006/main">
            <a:off x="2514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5" name="rect-0403">
            <a:extLst xmlns:a="http://schemas.openxmlformats.org/drawingml/2006/main">
              <a:ext uri="{FF2B5EF4-FFF2-40B4-BE49-F238E27FC236}">
                <a16:creationId xmlns:a16="http://schemas.microsoft.com/office/drawing/2014/main" id="{E85EFE07-C90A-4C1B-9B2A-8F0F3C6F5778}"/>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6" name="rect-0404">
            <a:extLst xmlns:a="http://schemas.openxmlformats.org/drawingml/2006/main">
              <a:ext uri="{FF2B5EF4-FFF2-40B4-BE49-F238E27FC236}">
                <a16:creationId xmlns:a16="http://schemas.microsoft.com/office/drawing/2014/main" id="{3FA6C90B-5B80-45CE-B6BB-A5EA5F833623}"/>
              </a:ext>
            </a:extLst>
          </p:cNvPr>
          <p:cNvSpPr>
            <a:spLocks xmlns:a="http://schemas.openxmlformats.org/drawingml/2006/main" noGrp="1"/>
          </p:cNvSpPr>
          <p:nvPr/>
        </p:nvSpPr>
        <p:spPr>
          <a:xfrm xmlns:a="http://schemas.openxmlformats.org/drawingml/2006/main">
            <a:off x="4191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7" name="rect-0405">
            <a:extLst xmlns:a="http://schemas.openxmlformats.org/drawingml/2006/main">
              <a:ext uri="{FF2B5EF4-FFF2-40B4-BE49-F238E27FC236}">
                <a16:creationId xmlns:a16="http://schemas.microsoft.com/office/drawing/2014/main" id="{2EDA72DF-D82F-40D8-A5EA-2B5BF6CA31F1}"/>
              </a:ext>
            </a:extLst>
          </p:cNvPr>
          <p:cNvSpPr>
            <a:spLocks xmlns:a="http://schemas.openxmlformats.org/drawingml/2006/main" noGrp="1"/>
          </p:cNvSpPr>
          <p:nvPr/>
        </p:nvSpPr>
        <p:spPr>
          <a:xfrm xmlns:a="http://schemas.openxmlformats.org/drawingml/2006/main">
            <a:off x="5029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8" name="rect-0406">
            <a:extLst xmlns:a="http://schemas.openxmlformats.org/drawingml/2006/main">
              <a:ext uri="{FF2B5EF4-FFF2-40B4-BE49-F238E27FC236}">
                <a16:creationId xmlns:a16="http://schemas.microsoft.com/office/drawing/2014/main" id="{44229AA0-658E-4C40-9D4A-5CABBD937C90}"/>
              </a:ext>
            </a:extLst>
          </p:cNvPr>
          <p:cNvSpPr>
            <a:spLocks xmlns:a="http://schemas.openxmlformats.org/drawingml/2006/main" noGrp="1"/>
          </p:cNvSpPr>
          <p:nvPr/>
        </p:nvSpPr>
        <p:spPr>
          <a:xfrm xmlns:a="http://schemas.openxmlformats.org/drawingml/2006/main">
            <a:off x="5867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9" name="rect-0407">
            <a:extLst xmlns:a="http://schemas.openxmlformats.org/drawingml/2006/main">
              <a:ext uri="{FF2B5EF4-FFF2-40B4-BE49-F238E27FC236}">
                <a16:creationId xmlns:a16="http://schemas.microsoft.com/office/drawing/2014/main" id="{128A12F5-7566-4E1E-B82C-236B85B56262}"/>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0" name="rect-0408">
            <a:extLst xmlns:a="http://schemas.openxmlformats.org/drawingml/2006/main">
              <a:ext uri="{FF2B5EF4-FFF2-40B4-BE49-F238E27FC236}">
                <a16:creationId xmlns:a16="http://schemas.microsoft.com/office/drawing/2014/main" id="{37066722-29A2-401D-8B86-56F7701C1BED}"/>
              </a:ext>
            </a:extLst>
          </p:cNvPr>
          <p:cNvSpPr>
            <a:spLocks xmlns:a="http://schemas.openxmlformats.org/drawingml/2006/main" noGrp="1"/>
          </p:cNvSpPr>
          <p:nvPr/>
        </p:nvSpPr>
        <p:spPr>
          <a:xfrm xmlns:a="http://schemas.openxmlformats.org/drawingml/2006/main">
            <a:off x="7543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1" name="rect-0409">
            <a:extLst xmlns:a="http://schemas.openxmlformats.org/drawingml/2006/main">
              <a:ext uri="{FF2B5EF4-FFF2-40B4-BE49-F238E27FC236}">
                <a16:creationId xmlns:a16="http://schemas.microsoft.com/office/drawing/2014/main" id="{9D6DC65E-40CD-4976-847E-AF8F884C9803}"/>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2" name="rect-0410">
            <a:extLst xmlns:a="http://schemas.openxmlformats.org/drawingml/2006/main">
              <a:ext uri="{FF2B5EF4-FFF2-40B4-BE49-F238E27FC236}">
                <a16:creationId xmlns:a16="http://schemas.microsoft.com/office/drawing/2014/main" id="{3B7482C9-4BF4-4E3C-81DF-AF731D58CCB9}"/>
              </a:ext>
            </a:extLst>
          </p:cNvPr>
          <p:cNvSpPr>
            <a:spLocks xmlns:a="http://schemas.openxmlformats.org/drawingml/2006/main" noGrp="1"/>
          </p:cNvSpPr>
          <p:nvPr/>
        </p:nvSpPr>
        <p:spPr>
          <a:xfrm xmlns:a="http://schemas.openxmlformats.org/drawingml/2006/main">
            <a:off x="9220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3" name="rect-0411">
            <a:extLst xmlns:a="http://schemas.openxmlformats.org/drawingml/2006/main">
              <a:ext uri="{FF2B5EF4-FFF2-40B4-BE49-F238E27FC236}">
                <a16:creationId xmlns:a16="http://schemas.microsoft.com/office/drawing/2014/main" id="{34BB9F79-0F83-4D5B-B58C-78EB95D73256}"/>
              </a:ext>
            </a:extLst>
          </p:cNvPr>
          <p:cNvSpPr>
            <a:spLocks xmlns:a="http://schemas.openxmlformats.org/drawingml/2006/main" noGrp="1"/>
          </p:cNvSpPr>
          <p:nvPr/>
        </p:nvSpPr>
        <p:spPr>
          <a:xfrm xmlns:a="http://schemas.openxmlformats.org/drawingml/2006/main">
            <a:off x="10058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4" name="rect-0412">
            <a:extLst xmlns:a="http://schemas.openxmlformats.org/drawingml/2006/main">
              <a:ext uri="{FF2B5EF4-FFF2-40B4-BE49-F238E27FC236}">
                <a16:creationId xmlns:a16="http://schemas.microsoft.com/office/drawing/2014/main" id="{857898B3-D875-405E-A11D-3C896DB294DE}"/>
              </a:ext>
            </a:extLst>
          </p:cNvPr>
          <p:cNvSpPr>
            <a:spLocks xmlns:a="http://schemas.openxmlformats.org/drawingml/2006/main" noGrp="1"/>
          </p:cNvSpPr>
          <p:nvPr/>
        </p:nvSpPr>
        <p:spPr>
          <a:xfrm xmlns:a="http://schemas.openxmlformats.org/drawingml/2006/main">
            <a:off x="10896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5" name="rect-0413">
            <a:extLst xmlns:a="http://schemas.openxmlformats.org/drawingml/2006/main">
              <a:ext uri="{FF2B5EF4-FFF2-40B4-BE49-F238E27FC236}">
                <a16:creationId xmlns:a16="http://schemas.microsoft.com/office/drawing/2014/main" id="{60ED3BD9-3209-463B-BE5F-0E42B9F67432}"/>
              </a:ext>
            </a:extLst>
          </p:cNvPr>
          <p:cNvSpPr>
            <a:spLocks xmlns:a="http://schemas.openxmlformats.org/drawingml/2006/main" noGrp="1"/>
          </p:cNvSpPr>
          <p:nvPr/>
        </p:nvSpPr>
        <p:spPr>
          <a:xfrm xmlns:a="http://schemas.openxmlformats.org/drawingml/2006/main">
            <a:off x="11734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6" name="rect-0414">
            <a:extLst xmlns:a="http://schemas.openxmlformats.org/drawingml/2006/main">
              <a:ext uri="{FF2B5EF4-FFF2-40B4-BE49-F238E27FC236}">
                <a16:creationId xmlns:a16="http://schemas.microsoft.com/office/drawing/2014/main" id="{DCB121F8-6A2F-4188-AA29-0A1B27DA9DA8}"/>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7" name="rect-0415">
            <a:extLst xmlns:a="http://schemas.openxmlformats.org/drawingml/2006/main">
              <a:ext uri="{FF2B5EF4-FFF2-40B4-BE49-F238E27FC236}">
                <a16:creationId xmlns:a16="http://schemas.microsoft.com/office/drawing/2014/main" id="{1B063114-1567-438A-A5CD-EEA1B57FDEA8}"/>
              </a:ext>
            </a:extLst>
          </p:cNvPr>
          <p:cNvSpPr>
            <a:spLocks xmlns:a="http://schemas.openxmlformats.org/drawingml/2006/main" noGrp="1"/>
          </p:cNvSpPr>
          <p:nvPr/>
        </p:nvSpPr>
        <p:spPr>
          <a:xfrm xmlns:a="http://schemas.openxmlformats.org/drawingml/2006/main">
            <a:off x="0" y="838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8" name="rect-0416">
            <a:extLst xmlns:a="http://schemas.openxmlformats.org/drawingml/2006/main">
              <a:ext uri="{FF2B5EF4-FFF2-40B4-BE49-F238E27FC236}">
                <a16:creationId xmlns:a16="http://schemas.microsoft.com/office/drawing/2014/main" id="{66B4EADF-237D-43EE-9616-837350D91B5D}"/>
              </a:ext>
            </a:extLst>
          </p:cNvPr>
          <p:cNvSpPr>
            <a:spLocks xmlns:a="http://schemas.openxmlformats.org/drawingml/2006/main" noGrp="1"/>
          </p:cNvSpPr>
          <p:nvPr/>
        </p:nvSpPr>
        <p:spPr>
          <a:xfrm xmlns:a="http://schemas.openxmlformats.org/drawingml/2006/main">
            <a:off x="0" y="1676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9" name="rect-0417">
            <a:extLst xmlns:a="http://schemas.openxmlformats.org/drawingml/2006/main">
              <a:ext uri="{FF2B5EF4-FFF2-40B4-BE49-F238E27FC236}">
                <a16:creationId xmlns:a16="http://schemas.microsoft.com/office/drawing/2014/main" id="{1F773A5F-8F6C-437D-BF0D-CCF46F124D1D}"/>
              </a:ext>
            </a:extLst>
          </p:cNvPr>
          <p:cNvSpPr>
            <a:spLocks xmlns:a="http://schemas.openxmlformats.org/drawingml/2006/main" noGrp="1"/>
          </p:cNvSpPr>
          <p:nvPr/>
        </p:nvSpPr>
        <p:spPr>
          <a:xfrm xmlns:a="http://schemas.openxmlformats.org/drawingml/2006/main">
            <a:off x="0" y="2514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0" name="rect-0418">
            <a:extLst xmlns:a="http://schemas.openxmlformats.org/drawingml/2006/main">
              <a:ext uri="{FF2B5EF4-FFF2-40B4-BE49-F238E27FC236}">
                <a16:creationId xmlns:a16="http://schemas.microsoft.com/office/drawing/2014/main" id="{A874C932-0836-4BD2-AC0A-EF256195A7D5}"/>
              </a:ext>
            </a:extLst>
          </p:cNvPr>
          <p:cNvSpPr>
            <a:spLocks xmlns:a="http://schemas.openxmlformats.org/drawingml/2006/main" noGrp="1"/>
          </p:cNvSpPr>
          <p:nvPr/>
        </p:nvSpPr>
        <p:spPr>
          <a:xfrm xmlns:a="http://schemas.openxmlformats.org/drawingml/2006/main">
            <a:off x="0" y="33528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1" name="rect-0419">
            <a:extLst xmlns:a="http://schemas.openxmlformats.org/drawingml/2006/main">
              <a:ext uri="{FF2B5EF4-FFF2-40B4-BE49-F238E27FC236}">
                <a16:creationId xmlns:a16="http://schemas.microsoft.com/office/drawing/2014/main" id="{BBC8BC2E-15D3-4D55-B490-810071E07DBA}"/>
              </a:ext>
            </a:extLst>
          </p:cNvPr>
          <p:cNvSpPr>
            <a:spLocks xmlns:a="http://schemas.openxmlformats.org/drawingml/2006/main" noGrp="1"/>
          </p:cNvSpPr>
          <p:nvPr/>
        </p:nvSpPr>
        <p:spPr>
          <a:xfrm xmlns:a="http://schemas.openxmlformats.org/drawingml/2006/main">
            <a:off x="0" y="41910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2" name="rect-0420">
            <a:extLst xmlns:a="http://schemas.openxmlformats.org/drawingml/2006/main">
              <a:ext uri="{FF2B5EF4-FFF2-40B4-BE49-F238E27FC236}">
                <a16:creationId xmlns:a16="http://schemas.microsoft.com/office/drawing/2014/main" id="{FDE34BA6-6FFF-493C-A738-438B95CC58A5}"/>
              </a:ext>
            </a:extLst>
          </p:cNvPr>
          <p:cNvSpPr>
            <a:spLocks xmlns:a="http://schemas.openxmlformats.org/drawingml/2006/main" noGrp="1"/>
          </p:cNvSpPr>
          <p:nvPr/>
        </p:nvSpPr>
        <p:spPr>
          <a:xfrm xmlns:a="http://schemas.openxmlformats.org/drawingml/2006/main">
            <a:off x="0" y="5029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3" name="rect-0421">
            <a:extLst xmlns:a="http://schemas.openxmlformats.org/drawingml/2006/main">
              <a:ext uri="{FF2B5EF4-FFF2-40B4-BE49-F238E27FC236}">
                <a16:creationId xmlns:a16="http://schemas.microsoft.com/office/drawing/2014/main" id="{3B382C71-5100-4570-8C80-7B7222106D23}"/>
              </a:ext>
            </a:extLst>
          </p:cNvPr>
          <p:cNvSpPr>
            <a:spLocks xmlns:a="http://schemas.openxmlformats.org/drawingml/2006/main" noGrp="1"/>
          </p:cNvSpPr>
          <p:nvPr/>
        </p:nvSpPr>
        <p:spPr>
          <a:xfrm xmlns:a="http://schemas.openxmlformats.org/drawingml/2006/main">
            <a:off x="0" y="5867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4" name="rect-0422">
            <a:extLst xmlns:a="http://schemas.openxmlformats.org/drawingml/2006/main">
              <a:ext uri="{FF2B5EF4-FFF2-40B4-BE49-F238E27FC236}">
                <a16:creationId xmlns:a16="http://schemas.microsoft.com/office/drawing/2014/main" id="{EE30DB17-3852-42E8-A680-A30545D2B3FC}"/>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5" name="rect-0423">
            <a:extLst xmlns:a="http://schemas.openxmlformats.org/drawingml/2006/main">
              <a:ext uri="{FF2B5EF4-FFF2-40B4-BE49-F238E27FC236}">
                <a16:creationId xmlns:a16="http://schemas.microsoft.com/office/drawing/2014/main" id="{9B5E4C63-AB0F-4052-A892-0285B847ADEB}"/>
              </a:ext>
            </a:extLst>
          </p:cNvPr>
          <p:cNvSpPr>
            <a:spLocks xmlns:a="http://schemas.openxmlformats.org/drawingml/2006/main" noGrp="1"/>
          </p:cNvSpPr>
          <p:nvPr/>
        </p:nvSpPr>
        <p:spPr>
          <a:xfrm xmlns:a="http://schemas.openxmlformats.org/drawingml/2006/main">
            <a:off x="0" y="0"/>
            <a:ext cx="3171825" cy="7620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26" name="rect-0424">
            <a:extLst xmlns:a="http://schemas.openxmlformats.org/drawingml/2006/main">
              <a:ext uri="{FF2B5EF4-FFF2-40B4-BE49-F238E27FC236}">
                <a16:creationId xmlns:a16="http://schemas.microsoft.com/office/drawing/2014/main" id="{A636D1DF-0CA6-4CFE-9984-9918C920CD91}"/>
              </a:ext>
            </a:extLst>
          </p:cNvPr>
          <p:cNvSpPr>
            <a:spLocks xmlns:a="http://schemas.openxmlformats.org/drawingml/2006/main" noGrp="1"/>
          </p:cNvSpPr>
          <p:nvPr/>
        </p:nvSpPr>
        <p:spPr>
          <a:xfrm xmlns:a="http://schemas.openxmlformats.org/drawingml/2006/main">
            <a:off x="3171825" y="0"/>
            <a:ext cx="1952625" cy="76200"/>
          </a:xfrm>
          <a:prstGeom xmlns:a="http://schemas.openxmlformats.org/drawingml/2006/main" prst="rect">
            <a:avLst/>
          </a:prstGeom>
          <a:solidFill xmlns:a="http://schemas.openxmlformats.org/drawingml/2006/main">
            <a:srgbClr val="B8842F"/>
          </a:solidFill>
          <a:ln xmlns:a="http://schemas.openxmlformats.org/drawingml/2006/main" w="0">
            <a:noFill/>
            <a:prstDash val="solid"/>
          </a:ln>
        </p:spPr>
      </p:sp>
      <p:sp>
        <p:nvSpPr>
          <p:cNvPr id="27" name="rect-0425">
            <a:extLst xmlns:a="http://schemas.openxmlformats.org/drawingml/2006/main">
              <a:ext uri="{FF2B5EF4-FFF2-40B4-BE49-F238E27FC236}">
                <a16:creationId xmlns:a16="http://schemas.microsoft.com/office/drawing/2014/main" id="{9C16BADC-93DC-4F5A-BB4C-523FA9B00A7D}"/>
              </a:ext>
            </a:extLst>
          </p:cNvPr>
          <p:cNvSpPr>
            <a:spLocks xmlns:a="http://schemas.openxmlformats.org/drawingml/2006/main" noGrp="1"/>
          </p:cNvSpPr>
          <p:nvPr/>
        </p:nvSpPr>
        <p:spPr>
          <a:xfrm xmlns:a="http://schemas.openxmlformats.org/drawingml/2006/main">
            <a:off x="5124450" y="0"/>
            <a:ext cx="7067550" cy="76200"/>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pic>
        <p:nvPicPr>
          <p:cNvPr id="83" name=""/>
          <p:cNvPicPr>
            <a:picLocks xmlns:a="http://schemas.openxmlformats.org/drawingml/2006/main" noChangeAspect="1"/>
          </p:cNvPicPr>
          <p:nvPr/>
        </p:nvPicPr>
        <p:blipFill>
          <a:blip xmlns:r="http://schemas.openxmlformats.org/officeDocument/2006/relationships" xmlns:a="http://schemas.openxmlformats.org/drawingml/2006/main" r:embed="Rd6a0d940df3841ab">
            <a:extLst>
              <a:ext uri="{96DAC541-7B7A-43D3-8B79-37D633B846F1}">
                <asvg:svgBlip xmlns:asvg="http://schemas.microsoft.com/office/drawing/2016/SVG/main" r:embed="R7ef2b06834b74bd4"/>
              </a:ext>
            </a:extLst>
          </a:blip>
          <a:stretch xmlns:a="http://schemas.openxmlformats.org/drawingml/2006/main"/>
        </p:blipFill>
        <p:spPr>
          <a:xfrm xmlns:a="http://schemas.openxmlformats.org/drawingml/2006/main">
            <a:off x="9871043" y="289560"/>
            <a:ext cx="1863757" cy="539115"/>
          </a:xfrm>
          <a:prstGeom xmlns:a="http://schemas.openxmlformats.org/drawingml/2006/main" prst="rect">
            <a:avLst/>
          </a:prstGeom>
        </p:spPr>
      </p:pic>
      <p:sp>
        <p:nvSpPr>
          <p:cNvPr id="29" name="text-0426">
            <a:extLst xmlns:a="http://schemas.openxmlformats.org/drawingml/2006/main">
              <a:ext uri="{FF2B5EF4-FFF2-40B4-BE49-F238E27FC236}">
                <a16:creationId xmlns:a16="http://schemas.microsoft.com/office/drawing/2014/main" id="{F6AD9967-E98D-48AD-A0D3-2F38EC6607BE}"/>
              </a:ext>
            </a:extLst>
          </p:cNvPr>
          <p:cNvSpPr>
            <a:spLocks xmlns:a="http://schemas.openxmlformats.org/drawingml/2006/main" noGrp="1"/>
          </p:cNvSpPr>
          <p:nvPr/>
        </p:nvSpPr>
        <p:spPr>
          <a:xfrm xmlns:a="http://schemas.openxmlformats.org/drawingml/2006/main">
            <a:off x="685800" y="6572250"/>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87287"/>
                </a:solidFill>
                <a:latin typeface="PingFang SC"/>
                <a:ea typeface="PingFang SC"/>
                <a:cs typeface="PingFang SC"/>
              </a:defRPr>
            </a:pPr>
            <a:r>
              <a:rPr sz="825" b="0">
                <a:solidFill>
                  <a:srgbClr val="687287"/>
                </a:solidFill>
                <a:latin typeface="PingFang SC"/>
                <a:ea typeface="PingFang SC"/>
                <a:cs typeface="PingFang SC"/>
              </a:rPr>
              <a:t>开放东方 · AI使用培训</a:t>
            </a:r>
          </a:p>
        </p:txBody>
      </p:sp>
      <p:sp>
        <p:nvSpPr>
          <p:cNvPr id="30" name="text-0427">
            <a:extLst xmlns:a="http://schemas.openxmlformats.org/drawingml/2006/main">
              <a:ext uri="{FF2B5EF4-FFF2-40B4-BE49-F238E27FC236}">
                <a16:creationId xmlns:a16="http://schemas.microsoft.com/office/drawing/2014/main" id="{4A2C2EC1-9A2C-430F-AF71-3E6D26AA9CDD}"/>
              </a:ext>
            </a:extLst>
          </p:cNvPr>
          <p:cNvSpPr>
            <a:spLocks xmlns:a="http://schemas.openxmlformats.org/drawingml/2006/main" noGrp="1"/>
          </p:cNvSpPr>
          <p:nvPr/>
        </p:nvSpPr>
        <p:spPr>
          <a:xfrm xmlns:a="http://schemas.openxmlformats.org/drawingml/2006/main">
            <a:off x="11239500" y="65151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A74335"/>
                </a:solidFill>
                <a:latin typeface="PingFang SC"/>
                <a:ea typeface="PingFang SC"/>
                <a:cs typeface="PingFang SC"/>
              </a:defRPr>
            </a:pPr>
            <a:r>
              <a:rPr sz="975" b="1">
                <a:solidFill>
                  <a:srgbClr val="A74335"/>
                </a:solidFill>
                <a:latin typeface="PingFang SC"/>
                <a:ea typeface="PingFang SC"/>
                <a:cs typeface="PingFang SC"/>
              </a:rPr>
              <a:t>08</a:t>
            </a:r>
          </a:p>
        </p:txBody>
      </p:sp>
      <p:sp>
        <p:nvSpPr>
          <p:cNvPr id="31" name="rect-0428">
            <a:extLst xmlns:a="http://schemas.openxmlformats.org/drawingml/2006/main">
              <a:ext uri="{FF2B5EF4-FFF2-40B4-BE49-F238E27FC236}">
                <a16:creationId xmlns:a16="http://schemas.microsoft.com/office/drawing/2014/main" id="{5D7349A5-D37F-4907-8531-19F9C0D80B77}"/>
              </a:ext>
            </a:extLst>
          </p:cNvPr>
          <p:cNvSpPr>
            <a:spLocks xmlns:a="http://schemas.openxmlformats.org/drawingml/2006/main" noGrp="1"/>
          </p:cNvSpPr>
          <p:nvPr/>
        </p:nvSpPr>
        <p:spPr>
          <a:xfrm xmlns:a="http://schemas.openxmlformats.org/drawingml/2006/main">
            <a:off x="685800" y="619125"/>
            <a:ext cx="323850" cy="28575"/>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32" name="text-0429">
            <a:extLst xmlns:a="http://schemas.openxmlformats.org/drawingml/2006/main">
              <a:ext uri="{FF2B5EF4-FFF2-40B4-BE49-F238E27FC236}">
                <a16:creationId xmlns:a16="http://schemas.microsoft.com/office/drawing/2014/main" id="{FA32210C-1875-4EFE-A570-6C8AA2904445}"/>
              </a:ext>
            </a:extLst>
          </p:cNvPr>
          <p:cNvSpPr>
            <a:spLocks xmlns:a="http://schemas.openxmlformats.org/drawingml/2006/main" noGrp="1"/>
          </p:cNvSpPr>
          <p:nvPr/>
        </p:nvSpPr>
        <p:spPr>
          <a:xfrm xmlns:a="http://schemas.openxmlformats.org/drawingml/2006/main">
            <a:off x="1123950" y="504825"/>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335"/>
                </a:solidFill>
                <a:latin typeface="PingFang SC"/>
                <a:ea typeface="PingFang SC"/>
                <a:cs typeface="PingFang SC"/>
              </a:defRPr>
            </a:pPr>
            <a:r>
              <a:rPr sz="1125" b="1">
                <a:solidFill>
                  <a:srgbClr val="A74335"/>
                </a:solidFill>
                <a:latin typeface="PingFang SC"/>
                <a:ea typeface="PingFang SC"/>
                <a:cs typeface="PingFang SC"/>
              </a:rPr>
              <a:t>07 · 一个贯穿案例</a:t>
            </a:r>
          </a:p>
        </p:txBody>
      </p:sp>
      <p:sp>
        <p:nvSpPr>
          <p:cNvPr id="33" name="text-0430">
            <a:extLst xmlns:a="http://schemas.openxmlformats.org/drawingml/2006/main">
              <a:ext uri="{FF2B5EF4-FFF2-40B4-BE49-F238E27FC236}">
                <a16:creationId xmlns:a16="http://schemas.microsoft.com/office/drawing/2014/main" id="{87EECC8E-3994-4B2B-A591-B3CB2552EAED}"/>
              </a:ext>
            </a:extLst>
          </p:cNvPr>
          <p:cNvSpPr>
            <a:spLocks xmlns:a="http://schemas.openxmlformats.org/drawingml/2006/main" noGrp="1"/>
          </p:cNvSpPr>
          <p:nvPr/>
        </p:nvSpPr>
        <p:spPr>
          <a:xfrm xmlns:a="http://schemas.openxmlformats.org/drawingml/2006/main">
            <a:off x="685800" y="981075"/>
            <a:ext cx="108204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228"/>
          </a:bodyPr>
          <a:lstStyle xmlns:a="http://schemas.openxmlformats.org/drawingml/2006/main"/>
          <a:p xmlns:a="http://schemas.openxmlformats.org/drawingml/2006/main">
            <a:pPr algn="l">
              <a:lnSpc>
                <a:spcPct val="95000"/>
              </a:lnSpc>
              <a:buNone/>
              <a:defRPr sz="3750" b="1">
                <a:solidFill>
                  <a:srgbClr val="182338"/>
                </a:solidFill>
                <a:latin typeface="Songti SC"/>
                <a:ea typeface="Songti SC"/>
                <a:cs typeface="Songti SC"/>
              </a:defRPr>
            </a:pPr>
            <a:r>
              <a:rPr sz="3750" b="1">
                <a:solidFill>
                  <a:srgbClr val="182338"/>
                </a:solidFill>
                <a:latin typeface="Songti SC"/>
                <a:ea typeface="Songti SC"/>
                <a:cs typeface="Songti SC"/>
              </a:rPr>
              <a:t>任务：形成一份</a:t>
            </a:r>
          </a:p>
          <a:p xmlns:a="http://schemas.openxmlformats.org/drawingml/2006/main">
            <a:pPr algn="l">
              <a:lnSpc>
                <a:spcPct val="95000"/>
              </a:lnSpc>
              <a:buNone/>
              <a:defRPr sz="3750" b="1">
                <a:solidFill>
                  <a:srgbClr val="182338"/>
                </a:solidFill>
                <a:latin typeface="Songti SC"/>
                <a:ea typeface="Songti SC"/>
                <a:cs typeface="Songti SC"/>
              </a:defRPr>
            </a:pPr>
            <a:r>
              <a:rPr sz="3750" b="1">
                <a:solidFill>
                  <a:srgbClr val="182338"/>
                </a:solidFill>
                <a:latin typeface="Songti SC"/>
                <a:ea typeface="Songti SC"/>
                <a:cs typeface="Songti SC"/>
              </a:rPr>
              <a:t>“可用于讨论的调研简报”</a:t>
            </a:r>
          </a:p>
        </p:txBody>
      </p:sp>
      <p:sp>
        <p:nvSpPr>
          <p:cNvPr id="34" name="rect-0431">
            <a:extLst xmlns:a="http://schemas.openxmlformats.org/drawingml/2006/main">
              <a:ext uri="{FF2B5EF4-FFF2-40B4-BE49-F238E27FC236}">
                <a16:creationId xmlns:a16="http://schemas.microsoft.com/office/drawing/2014/main" id="{68FF2868-26F8-400E-B865-77783DC41EF1}"/>
              </a:ext>
            </a:extLst>
          </p:cNvPr>
          <p:cNvSpPr>
            <a:spLocks xmlns:a="http://schemas.openxmlformats.org/drawingml/2006/main" noGrp="1"/>
          </p:cNvSpPr>
          <p:nvPr/>
        </p:nvSpPr>
        <p:spPr>
          <a:xfrm xmlns:a="http://schemas.openxmlformats.org/drawingml/2006/main">
            <a:off x="685800" y="2524125"/>
            <a:ext cx="2428875" cy="2362200"/>
          </a:xfrm>
          <a:prstGeom xmlns:a="http://schemas.openxmlformats.org/drawingml/2006/main" prst="rect">
            <a:avLst/>
          </a:prstGeom>
          <a:solidFill xmlns:a="http://schemas.openxmlformats.org/drawingml/2006/main">
            <a:srgbClr val="FFFDF8"/>
          </a:solidFill>
          <a:ln xmlns:a="http://schemas.openxmlformats.org/drawingml/2006/main" w="9525">
            <a:solidFill>
              <a:srgbClr val="D8D2C5"/>
            </a:solidFill>
            <a:prstDash val="solid"/>
          </a:ln>
        </p:spPr>
      </p:sp>
      <p:sp>
        <p:nvSpPr>
          <p:cNvPr id="35" name="text-0432">
            <a:extLst xmlns:a="http://schemas.openxmlformats.org/drawingml/2006/main">
              <a:ext uri="{FF2B5EF4-FFF2-40B4-BE49-F238E27FC236}">
                <a16:creationId xmlns:a16="http://schemas.microsoft.com/office/drawing/2014/main" id="{78614C2E-2281-40ED-8C11-E11ADCF867EA}"/>
              </a:ext>
            </a:extLst>
          </p:cNvPr>
          <p:cNvSpPr>
            <a:spLocks xmlns:a="http://schemas.openxmlformats.org/drawingml/2006/main" noGrp="1"/>
          </p:cNvSpPr>
          <p:nvPr/>
        </p:nvSpPr>
        <p:spPr>
          <a:xfrm xmlns:a="http://schemas.openxmlformats.org/drawingml/2006/main">
            <a:off x="895350" y="2743200"/>
            <a:ext cx="53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2F5F83"/>
                </a:solidFill>
                <a:latin typeface="Songti SC"/>
                <a:ea typeface="Songti SC"/>
                <a:cs typeface="Songti SC"/>
              </a:defRPr>
            </a:pPr>
            <a:r>
              <a:rPr sz="2250" b="1">
                <a:solidFill>
                  <a:srgbClr val="2F5F83"/>
                </a:solidFill>
                <a:latin typeface="Songti SC"/>
                <a:ea typeface="Songti SC"/>
                <a:cs typeface="Songti SC"/>
              </a:rPr>
              <a:t>01</a:t>
            </a:r>
          </a:p>
        </p:txBody>
      </p:sp>
      <p:sp>
        <p:nvSpPr>
          <p:cNvPr id="36" name="text-0433">
            <a:extLst xmlns:a="http://schemas.openxmlformats.org/drawingml/2006/main">
              <a:ext uri="{FF2B5EF4-FFF2-40B4-BE49-F238E27FC236}">
                <a16:creationId xmlns:a16="http://schemas.microsoft.com/office/drawing/2014/main" id="{2ECF2956-46CA-444F-B2C6-B4552D08EA92}"/>
              </a:ext>
            </a:extLst>
          </p:cNvPr>
          <p:cNvSpPr>
            <a:spLocks xmlns:a="http://schemas.openxmlformats.org/drawingml/2006/main" noGrp="1"/>
          </p:cNvSpPr>
          <p:nvPr/>
        </p:nvSpPr>
        <p:spPr>
          <a:xfrm xmlns:a="http://schemas.openxmlformats.org/drawingml/2006/main">
            <a:off x="895350" y="33337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82338"/>
                </a:solidFill>
                <a:latin typeface="PingFang SC"/>
                <a:ea typeface="PingFang SC"/>
                <a:cs typeface="PingFang SC"/>
              </a:defRPr>
            </a:pPr>
            <a:r>
              <a:rPr sz="1875" b="1">
                <a:solidFill>
                  <a:srgbClr val="182338"/>
                </a:solidFill>
                <a:latin typeface="PingFang SC"/>
                <a:ea typeface="PingFang SC"/>
                <a:cs typeface="PingFang SC"/>
              </a:rPr>
              <a:t>大模型</a:t>
            </a:r>
          </a:p>
        </p:txBody>
      </p:sp>
      <p:sp>
        <p:nvSpPr>
          <p:cNvPr id="37" name="text-0434">
            <a:extLst xmlns:a="http://schemas.openxmlformats.org/drawingml/2006/main">
              <a:ext uri="{FF2B5EF4-FFF2-40B4-BE49-F238E27FC236}">
                <a16:creationId xmlns:a16="http://schemas.microsoft.com/office/drawing/2014/main" id="{56560120-5E1E-42FA-8746-A3B33E76CF39}"/>
              </a:ext>
            </a:extLst>
          </p:cNvPr>
          <p:cNvSpPr>
            <a:spLocks xmlns:a="http://schemas.openxmlformats.org/drawingml/2006/main" noGrp="1"/>
          </p:cNvSpPr>
          <p:nvPr/>
        </p:nvSpPr>
        <p:spPr>
          <a:xfrm xmlns:a="http://schemas.openxmlformats.org/drawingml/2006/main">
            <a:off x="895350" y="3905250"/>
            <a:ext cx="200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87287"/>
                </a:solidFill>
                <a:latin typeface="PingFang SC"/>
                <a:ea typeface="PingFang SC"/>
                <a:cs typeface="PingFang SC"/>
              </a:defRPr>
            </a:pPr>
            <a:r>
              <a:rPr sz="1275" b="0">
                <a:solidFill>
                  <a:srgbClr val="687287"/>
                </a:solidFill>
                <a:latin typeface="PingFang SC"/>
                <a:ea typeface="PingFang SC"/>
                <a:cs typeface="PingFang SC"/>
              </a:rPr>
              <a:t>先给出结构和候选观点</a:t>
            </a:r>
          </a:p>
        </p:txBody>
      </p:sp>
      <p:sp>
        <p:nvSpPr>
          <p:cNvPr id="38" name="text-0435">
            <a:extLst xmlns:a="http://schemas.openxmlformats.org/drawingml/2006/main">
              <a:ext uri="{FF2B5EF4-FFF2-40B4-BE49-F238E27FC236}">
                <a16:creationId xmlns:a16="http://schemas.microsoft.com/office/drawing/2014/main" id="{464F9EC6-A34E-4259-8660-700ECA4415BB}"/>
              </a:ext>
            </a:extLst>
          </p:cNvPr>
          <p:cNvSpPr>
            <a:spLocks xmlns:a="http://schemas.openxmlformats.org/drawingml/2006/main" noGrp="1"/>
          </p:cNvSpPr>
          <p:nvPr/>
        </p:nvSpPr>
        <p:spPr>
          <a:xfrm xmlns:a="http://schemas.openxmlformats.org/drawingml/2006/main">
            <a:off x="3067050" y="3476625"/>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00" b="1">
                <a:solidFill>
                  <a:srgbClr val="A74335"/>
                </a:solidFill>
                <a:latin typeface="PingFang SC"/>
                <a:ea typeface="PingFang SC"/>
                <a:cs typeface="PingFang SC"/>
              </a:defRPr>
            </a:pPr>
            <a:r>
              <a:rPr sz="2100" b="1">
                <a:solidFill>
                  <a:srgbClr val="A74335"/>
                </a:solidFill>
                <a:latin typeface="PingFang SC"/>
                <a:ea typeface="PingFang SC"/>
                <a:cs typeface="PingFang SC"/>
              </a:rPr>
              <a:t>→</a:t>
            </a:r>
          </a:p>
        </p:txBody>
      </p:sp>
      <p:sp>
        <p:nvSpPr>
          <p:cNvPr id="39" name="rect-0436">
            <a:extLst xmlns:a="http://schemas.openxmlformats.org/drawingml/2006/main">
              <a:ext uri="{FF2B5EF4-FFF2-40B4-BE49-F238E27FC236}">
                <a16:creationId xmlns:a16="http://schemas.microsoft.com/office/drawing/2014/main" id="{DFA3828B-A6E1-40FE-B9E9-4D084C40ECC8}"/>
              </a:ext>
            </a:extLst>
          </p:cNvPr>
          <p:cNvSpPr>
            <a:spLocks xmlns:a="http://schemas.openxmlformats.org/drawingml/2006/main" noGrp="1"/>
          </p:cNvSpPr>
          <p:nvPr/>
        </p:nvSpPr>
        <p:spPr>
          <a:xfrm xmlns:a="http://schemas.openxmlformats.org/drawingml/2006/main">
            <a:off x="3409950" y="2524125"/>
            <a:ext cx="2428875" cy="2362200"/>
          </a:xfrm>
          <a:prstGeom xmlns:a="http://schemas.openxmlformats.org/drawingml/2006/main" prst="rect">
            <a:avLst/>
          </a:prstGeom>
          <a:solidFill xmlns:a="http://schemas.openxmlformats.org/drawingml/2006/main">
            <a:srgbClr val="FFFDF8"/>
          </a:solidFill>
          <a:ln xmlns:a="http://schemas.openxmlformats.org/drawingml/2006/main" w="9525">
            <a:solidFill>
              <a:srgbClr val="D8D2C5"/>
            </a:solidFill>
            <a:prstDash val="solid"/>
          </a:ln>
        </p:spPr>
      </p:sp>
      <p:sp>
        <p:nvSpPr>
          <p:cNvPr id="40" name="text-0437">
            <a:extLst xmlns:a="http://schemas.openxmlformats.org/drawingml/2006/main">
              <a:ext uri="{FF2B5EF4-FFF2-40B4-BE49-F238E27FC236}">
                <a16:creationId xmlns:a16="http://schemas.microsoft.com/office/drawing/2014/main" id="{EFF34BA2-520B-4F2A-BD04-0F444D607847}"/>
              </a:ext>
            </a:extLst>
          </p:cNvPr>
          <p:cNvSpPr>
            <a:spLocks xmlns:a="http://schemas.openxmlformats.org/drawingml/2006/main" noGrp="1"/>
          </p:cNvSpPr>
          <p:nvPr/>
        </p:nvSpPr>
        <p:spPr>
          <a:xfrm xmlns:a="http://schemas.openxmlformats.org/drawingml/2006/main">
            <a:off x="3619500" y="2743200"/>
            <a:ext cx="53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B8842F"/>
                </a:solidFill>
                <a:latin typeface="Songti SC"/>
                <a:ea typeface="Songti SC"/>
                <a:cs typeface="Songti SC"/>
              </a:defRPr>
            </a:pPr>
            <a:r>
              <a:rPr sz="2250" b="1">
                <a:solidFill>
                  <a:srgbClr val="B8842F"/>
                </a:solidFill>
                <a:latin typeface="Songti SC"/>
                <a:ea typeface="Songti SC"/>
                <a:cs typeface="Songti SC"/>
              </a:rPr>
              <a:t>02</a:t>
            </a:r>
          </a:p>
        </p:txBody>
      </p:sp>
      <p:sp>
        <p:nvSpPr>
          <p:cNvPr id="41" name="text-0438">
            <a:extLst xmlns:a="http://schemas.openxmlformats.org/drawingml/2006/main">
              <a:ext uri="{FF2B5EF4-FFF2-40B4-BE49-F238E27FC236}">
                <a16:creationId xmlns:a16="http://schemas.microsoft.com/office/drawing/2014/main" id="{F47E7AF6-7968-4F8F-A856-207D0D867000}"/>
              </a:ext>
            </a:extLst>
          </p:cNvPr>
          <p:cNvSpPr>
            <a:spLocks xmlns:a="http://schemas.openxmlformats.org/drawingml/2006/main" noGrp="1"/>
          </p:cNvSpPr>
          <p:nvPr/>
        </p:nvSpPr>
        <p:spPr>
          <a:xfrm xmlns:a="http://schemas.openxmlformats.org/drawingml/2006/main">
            <a:off x="3619500" y="33337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82338"/>
                </a:solidFill>
                <a:latin typeface="PingFang SC"/>
                <a:ea typeface="PingFang SC"/>
                <a:cs typeface="PingFang SC"/>
              </a:defRPr>
            </a:pPr>
            <a:r>
              <a:rPr sz="1875" b="1">
                <a:solidFill>
                  <a:srgbClr val="182338"/>
                </a:solidFill>
                <a:latin typeface="PingFang SC"/>
                <a:ea typeface="PingFang SC"/>
                <a:cs typeface="PingFang SC"/>
              </a:rPr>
              <a:t>接入资料</a:t>
            </a:r>
          </a:p>
        </p:txBody>
      </p:sp>
      <p:sp>
        <p:nvSpPr>
          <p:cNvPr id="42" name="text-0439">
            <a:extLst xmlns:a="http://schemas.openxmlformats.org/drawingml/2006/main">
              <a:ext uri="{FF2B5EF4-FFF2-40B4-BE49-F238E27FC236}">
                <a16:creationId xmlns:a16="http://schemas.microsoft.com/office/drawing/2014/main" id="{EE103BA0-04C3-45FE-9C65-F8189A71FEEC}"/>
              </a:ext>
            </a:extLst>
          </p:cNvPr>
          <p:cNvSpPr>
            <a:spLocks xmlns:a="http://schemas.openxmlformats.org/drawingml/2006/main" noGrp="1"/>
          </p:cNvSpPr>
          <p:nvPr/>
        </p:nvSpPr>
        <p:spPr>
          <a:xfrm xmlns:a="http://schemas.openxmlformats.org/drawingml/2006/main">
            <a:off x="3619500" y="3905250"/>
            <a:ext cx="200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87287"/>
                </a:solidFill>
                <a:latin typeface="PingFang SC"/>
                <a:ea typeface="PingFang SC"/>
                <a:cs typeface="PingFang SC"/>
              </a:defRPr>
            </a:pPr>
            <a:r>
              <a:rPr sz="1275" b="0">
                <a:solidFill>
                  <a:srgbClr val="687287"/>
                </a:solidFill>
                <a:latin typeface="PingFang SC"/>
                <a:ea typeface="PingFang SC"/>
                <a:cs typeface="PingFang SC"/>
              </a:rPr>
              <a:t>读取授权材料，区分已知与待确认</a:t>
            </a:r>
          </a:p>
        </p:txBody>
      </p:sp>
      <p:sp>
        <p:nvSpPr>
          <p:cNvPr id="43" name="text-0440">
            <a:extLst xmlns:a="http://schemas.openxmlformats.org/drawingml/2006/main">
              <a:ext uri="{FF2B5EF4-FFF2-40B4-BE49-F238E27FC236}">
                <a16:creationId xmlns:a16="http://schemas.microsoft.com/office/drawing/2014/main" id="{5265CF27-1181-415D-9322-592AD552F0F7}"/>
              </a:ext>
            </a:extLst>
          </p:cNvPr>
          <p:cNvSpPr>
            <a:spLocks xmlns:a="http://schemas.openxmlformats.org/drawingml/2006/main" noGrp="1"/>
          </p:cNvSpPr>
          <p:nvPr/>
        </p:nvSpPr>
        <p:spPr>
          <a:xfrm xmlns:a="http://schemas.openxmlformats.org/drawingml/2006/main">
            <a:off x="5791200" y="3476625"/>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00" b="1">
                <a:solidFill>
                  <a:srgbClr val="A74335"/>
                </a:solidFill>
                <a:latin typeface="PingFang SC"/>
                <a:ea typeface="PingFang SC"/>
                <a:cs typeface="PingFang SC"/>
              </a:defRPr>
            </a:pPr>
            <a:r>
              <a:rPr sz="2100" b="1">
                <a:solidFill>
                  <a:srgbClr val="A74335"/>
                </a:solidFill>
                <a:latin typeface="PingFang SC"/>
                <a:ea typeface="PingFang SC"/>
                <a:cs typeface="PingFang SC"/>
              </a:rPr>
              <a:t>→</a:t>
            </a:r>
          </a:p>
        </p:txBody>
      </p:sp>
      <p:sp>
        <p:nvSpPr>
          <p:cNvPr id="44" name="rect-0441">
            <a:extLst xmlns:a="http://schemas.openxmlformats.org/drawingml/2006/main">
              <a:ext uri="{FF2B5EF4-FFF2-40B4-BE49-F238E27FC236}">
                <a16:creationId xmlns:a16="http://schemas.microsoft.com/office/drawing/2014/main" id="{19BFC328-F68B-423E-856A-C7CAAB23697D}"/>
              </a:ext>
            </a:extLst>
          </p:cNvPr>
          <p:cNvSpPr>
            <a:spLocks xmlns:a="http://schemas.openxmlformats.org/drawingml/2006/main" noGrp="1"/>
          </p:cNvSpPr>
          <p:nvPr/>
        </p:nvSpPr>
        <p:spPr>
          <a:xfrm xmlns:a="http://schemas.openxmlformats.org/drawingml/2006/main">
            <a:off x="6134100" y="2524125"/>
            <a:ext cx="2428875" cy="2362200"/>
          </a:xfrm>
          <a:prstGeom xmlns:a="http://schemas.openxmlformats.org/drawingml/2006/main" prst="rect">
            <a:avLst/>
          </a:prstGeom>
          <a:solidFill xmlns:a="http://schemas.openxmlformats.org/drawingml/2006/main">
            <a:srgbClr val="FFFDF8"/>
          </a:solidFill>
          <a:ln xmlns:a="http://schemas.openxmlformats.org/drawingml/2006/main" w="9525">
            <a:solidFill>
              <a:srgbClr val="D8D2C5"/>
            </a:solidFill>
            <a:prstDash val="solid"/>
          </a:ln>
        </p:spPr>
      </p:sp>
      <p:sp>
        <p:nvSpPr>
          <p:cNvPr id="45" name="text-0442">
            <a:extLst xmlns:a="http://schemas.openxmlformats.org/drawingml/2006/main">
              <a:ext uri="{FF2B5EF4-FFF2-40B4-BE49-F238E27FC236}">
                <a16:creationId xmlns:a16="http://schemas.microsoft.com/office/drawing/2014/main" id="{F6044657-4F61-4CFC-B572-663AE06BD53E}"/>
              </a:ext>
            </a:extLst>
          </p:cNvPr>
          <p:cNvSpPr>
            <a:spLocks xmlns:a="http://schemas.openxmlformats.org/drawingml/2006/main" noGrp="1"/>
          </p:cNvSpPr>
          <p:nvPr/>
        </p:nvSpPr>
        <p:spPr>
          <a:xfrm xmlns:a="http://schemas.openxmlformats.org/drawingml/2006/main">
            <a:off x="6343650" y="2743200"/>
            <a:ext cx="53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3E6F61"/>
                </a:solidFill>
                <a:latin typeface="Songti SC"/>
                <a:ea typeface="Songti SC"/>
                <a:cs typeface="Songti SC"/>
              </a:defRPr>
            </a:pPr>
            <a:r>
              <a:rPr sz="2250" b="1">
                <a:solidFill>
                  <a:srgbClr val="3E6F61"/>
                </a:solidFill>
                <a:latin typeface="Songti SC"/>
                <a:ea typeface="Songti SC"/>
                <a:cs typeface="Songti SC"/>
              </a:rPr>
              <a:t>03</a:t>
            </a:r>
          </a:p>
        </p:txBody>
      </p:sp>
      <p:sp>
        <p:nvSpPr>
          <p:cNvPr id="46" name="text-0443">
            <a:extLst xmlns:a="http://schemas.openxmlformats.org/drawingml/2006/main">
              <a:ext uri="{FF2B5EF4-FFF2-40B4-BE49-F238E27FC236}">
                <a16:creationId xmlns:a16="http://schemas.microsoft.com/office/drawing/2014/main" id="{A58A3DD8-6A29-42BA-BB14-A491FD7BC7F3}"/>
              </a:ext>
            </a:extLst>
          </p:cNvPr>
          <p:cNvSpPr>
            <a:spLocks xmlns:a="http://schemas.openxmlformats.org/drawingml/2006/main" noGrp="1"/>
          </p:cNvSpPr>
          <p:nvPr/>
        </p:nvSpPr>
        <p:spPr>
          <a:xfrm xmlns:a="http://schemas.openxmlformats.org/drawingml/2006/main">
            <a:off x="6343650" y="33337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82338"/>
                </a:solidFill>
                <a:latin typeface="PingFang SC"/>
                <a:ea typeface="PingFang SC"/>
                <a:cs typeface="PingFang SC"/>
              </a:defRPr>
            </a:pPr>
            <a:r>
              <a:rPr sz="1875" b="1">
                <a:solidFill>
                  <a:srgbClr val="182338"/>
                </a:solidFill>
                <a:latin typeface="PingFang SC"/>
                <a:ea typeface="PingFang SC"/>
                <a:cs typeface="PingFang SC"/>
              </a:rPr>
              <a:t>Agent执行</a:t>
            </a:r>
          </a:p>
        </p:txBody>
      </p:sp>
      <p:sp>
        <p:nvSpPr>
          <p:cNvPr id="47" name="text-0444">
            <a:extLst xmlns:a="http://schemas.openxmlformats.org/drawingml/2006/main">
              <a:ext uri="{FF2B5EF4-FFF2-40B4-BE49-F238E27FC236}">
                <a16:creationId xmlns:a16="http://schemas.microsoft.com/office/drawing/2014/main" id="{6599BB8D-103F-49CD-BF8B-19CE528D2296}"/>
              </a:ext>
            </a:extLst>
          </p:cNvPr>
          <p:cNvSpPr>
            <a:spLocks xmlns:a="http://schemas.openxmlformats.org/drawingml/2006/main" noGrp="1"/>
          </p:cNvSpPr>
          <p:nvPr/>
        </p:nvSpPr>
        <p:spPr>
          <a:xfrm xmlns:a="http://schemas.openxmlformats.org/drawingml/2006/main">
            <a:off x="6343650" y="3905250"/>
            <a:ext cx="200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87287"/>
                </a:solidFill>
                <a:latin typeface="PingFang SC"/>
                <a:ea typeface="PingFang SC"/>
                <a:cs typeface="PingFang SC"/>
              </a:defRPr>
            </a:pPr>
            <a:r>
              <a:rPr sz="1275" b="0">
                <a:solidFill>
                  <a:srgbClr val="687287"/>
                </a:solidFill>
                <a:latin typeface="PingFang SC"/>
                <a:ea typeface="PingFang SC"/>
                <a:cs typeface="PingFang SC"/>
              </a:rPr>
              <a:t>整理、比较、生成初稿并检查缺项</a:t>
            </a:r>
          </a:p>
        </p:txBody>
      </p:sp>
      <p:sp>
        <p:nvSpPr>
          <p:cNvPr id="48" name="text-0445">
            <a:extLst xmlns:a="http://schemas.openxmlformats.org/drawingml/2006/main">
              <a:ext uri="{FF2B5EF4-FFF2-40B4-BE49-F238E27FC236}">
                <a16:creationId xmlns:a16="http://schemas.microsoft.com/office/drawing/2014/main" id="{829BEE3C-C6C6-4B18-8CAB-EF4585DF5B4D}"/>
              </a:ext>
            </a:extLst>
          </p:cNvPr>
          <p:cNvSpPr>
            <a:spLocks xmlns:a="http://schemas.openxmlformats.org/drawingml/2006/main" noGrp="1"/>
          </p:cNvSpPr>
          <p:nvPr/>
        </p:nvSpPr>
        <p:spPr>
          <a:xfrm xmlns:a="http://schemas.openxmlformats.org/drawingml/2006/main">
            <a:off x="8515350" y="3476625"/>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00" b="1">
                <a:solidFill>
                  <a:srgbClr val="A74335"/>
                </a:solidFill>
                <a:latin typeface="PingFang SC"/>
                <a:ea typeface="PingFang SC"/>
                <a:cs typeface="PingFang SC"/>
              </a:defRPr>
            </a:pPr>
            <a:r>
              <a:rPr sz="2100" b="1">
                <a:solidFill>
                  <a:srgbClr val="A74335"/>
                </a:solidFill>
                <a:latin typeface="PingFang SC"/>
                <a:ea typeface="PingFang SC"/>
                <a:cs typeface="PingFang SC"/>
              </a:rPr>
              <a:t>→</a:t>
            </a:r>
          </a:p>
        </p:txBody>
      </p:sp>
      <p:sp>
        <p:nvSpPr>
          <p:cNvPr id="49" name="rect-0446">
            <a:extLst xmlns:a="http://schemas.openxmlformats.org/drawingml/2006/main">
              <a:ext uri="{FF2B5EF4-FFF2-40B4-BE49-F238E27FC236}">
                <a16:creationId xmlns:a16="http://schemas.microsoft.com/office/drawing/2014/main" id="{A2CCEDA3-595E-4748-9FF2-5C73B3735D88}"/>
              </a:ext>
            </a:extLst>
          </p:cNvPr>
          <p:cNvSpPr>
            <a:spLocks xmlns:a="http://schemas.openxmlformats.org/drawingml/2006/main" noGrp="1"/>
          </p:cNvSpPr>
          <p:nvPr/>
        </p:nvSpPr>
        <p:spPr>
          <a:xfrm xmlns:a="http://schemas.openxmlformats.org/drawingml/2006/main">
            <a:off x="8858250" y="2524125"/>
            <a:ext cx="2428875" cy="2362200"/>
          </a:xfrm>
          <a:prstGeom xmlns:a="http://schemas.openxmlformats.org/drawingml/2006/main" prst="rect">
            <a:avLst/>
          </a:prstGeom>
          <a:solidFill xmlns:a="http://schemas.openxmlformats.org/drawingml/2006/main">
            <a:srgbClr val="FFFDF8"/>
          </a:solidFill>
          <a:ln xmlns:a="http://schemas.openxmlformats.org/drawingml/2006/main" w="9525">
            <a:solidFill>
              <a:srgbClr val="D8D2C5"/>
            </a:solidFill>
            <a:prstDash val="solid"/>
          </a:ln>
        </p:spPr>
      </p:sp>
      <p:sp>
        <p:nvSpPr>
          <p:cNvPr id="50" name="text-0447">
            <a:extLst xmlns:a="http://schemas.openxmlformats.org/drawingml/2006/main">
              <a:ext uri="{FF2B5EF4-FFF2-40B4-BE49-F238E27FC236}">
                <a16:creationId xmlns:a16="http://schemas.microsoft.com/office/drawing/2014/main" id="{B98D7F20-1EFF-46BC-8A63-8957C9AFC983}"/>
              </a:ext>
            </a:extLst>
          </p:cNvPr>
          <p:cNvSpPr>
            <a:spLocks xmlns:a="http://schemas.openxmlformats.org/drawingml/2006/main" noGrp="1"/>
          </p:cNvSpPr>
          <p:nvPr/>
        </p:nvSpPr>
        <p:spPr>
          <a:xfrm xmlns:a="http://schemas.openxmlformats.org/drawingml/2006/main">
            <a:off x="9067800" y="2743200"/>
            <a:ext cx="53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A74335"/>
                </a:solidFill>
                <a:latin typeface="Songti SC"/>
                <a:ea typeface="Songti SC"/>
                <a:cs typeface="Songti SC"/>
              </a:defRPr>
            </a:pPr>
            <a:r>
              <a:rPr sz="2250" b="1">
                <a:solidFill>
                  <a:srgbClr val="A74335"/>
                </a:solidFill>
                <a:latin typeface="Songti SC"/>
                <a:ea typeface="Songti SC"/>
                <a:cs typeface="Songti SC"/>
              </a:rPr>
              <a:t>04</a:t>
            </a:r>
          </a:p>
        </p:txBody>
      </p:sp>
      <p:sp>
        <p:nvSpPr>
          <p:cNvPr id="51" name="text-0448">
            <a:extLst xmlns:a="http://schemas.openxmlformats.org/drawingml/2006/main">
              <a:ext uri="{FF2B5EF4-FFF2-40B4-BE49-F238E27FC236}">
                <a16:creationId xmlns:a16="http://schemas.microsoft.com/office/drawing/2014/main" id="{1162833C-5E74-495C-9635-79AC3CD01210}"/>
              </a:ext>
            </a:extLst>
          </p:cNvPr>
          <p:cNvSpPr>
            <a:spLocks xmlns:a="http://schemas.openxmlformats.org/drawingml/2006/main" noGrp="1"/>
          </p:cNvSpPr>
          <p:nvPr/>
        </p:nvSpPr>
        <p:spPr>
          <a:xfrm xmlns:a="http://schemas.openxmlformats.org/drawingml/2006/main">
            <a:off x="9067800" y="33337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A74335"/>
                </a:solidFill>
                <a:latin typeface="PingFang SC"/>
                <a:ea typeface="PingFang SC"/>
                <a:cs typeface="PingFang SC"/>
              </a:defRPr>
            </a:pPr>
            <a:r>
              <a:rPr sz="1875" b="1">
                <a:solidFill>
                  <a:srgbClr val="A74335"/>
                </a:solidFill>
                <a:latin typeface="PingFang SC"/>
                <a:ea typeface="PingFang SC"/>
                <a:cs typeface="PingFang SC"/>
              </a:rPr>
              <a:t>人来负责</a:t>
            </a:r>
          </a:p>
        </p:txBody>
      </p:sp>
      <p:sp>
        <p:nvSpPr>
          <p:cNvPr id="52" name="text-0449">
            <a:extLst xmlns:a="http://schemas.openxmlformats.org/drawingml/2006/main">
              <a:ext uri="{FF2B5EF4-FFF2-40B4-BE49-F238E27FC236}">
                <a16:creationId xmlns:a16="http://schemas.microsoft.com/office/drawing/2014/main" id="{2A6235C2-53C3-4DD5-B5C3-182813C0CED7}"/>
              </a:ext>
            </a:extLst>
          </p:cNvPr>
          <p:cNvSpPr>
            <a:spLocks xmlns:a="http://schemas.openxmlformats.org/drawingml/2006/main" noGrp="1"/>
          </p:cNvSpPr>
          <p:nvPr/>
        </p:nvSpPr>
        <p:spPr>
          <a:xfrm xmlns:a="http://schemas.openxmlformats.org/drawingml/2006/main">
            <a:off x="9067800" y="3905250"/>
            <a:ext cx="200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87287"/>
                </a:solidFill>
                <a:latin typeface="PingFang SC"/>
                <a:ea typeface="PingFang SC"/>
                <a:cs typeface="PingFang SC"/>
              </a:defRPr>
            </a:pPr>
            <a:r>
              <a:rPr sz="1275" b="0">
                <a:solidFill>
                  <a:srgbClr val="687287"/>
                </a:solidFill>
                <a:latin typeface="PingFang SC"/>
                <a:ea typeface="PingFang SC"/>
                <a:cs typeface="PingFang SC"/>
              </a:rPr>
              <a:t>核验事实口径，修改结论并批准使用</a:t>
            </a:r>
          </a:p>
        </p:txBody>
      </p:sp>
      <p:sp>
        <p:nvSpPr>
          <p:cNvPr id="53" name="rect-0450">
            <a:extLst xmlns:a="http://schemas.openxmlformats.org/drawingml/2006/main">
              <a:ext uri="{FF2B5EF4-FFF2-40B4-BE49-F238E27FC236}">
                <a16:creationId xmlns:a16="http://schemas.microsoft.com/office/drawing/2014/main" id="{E97ACB98-8B22-4B13-8FB3-B3D96DCB3F5A}"/>
              </a:ext>
            </a:extLst>
          </p:cNvPr>
          <p:cNvSpPr>
            <a:spLocks xmlns:a="http://schemas.openxmlformats.org/drawingml/2006/main" noGrp="1"/>
          </p:cNvSpPr>
          <p:nvPr/>
        </p:nvSpPr>
        <p:spPr>
          <a:xfrm xmlns:a="http://schemas.openxmlformats.org/drawingml/2006/main">
            <a:off x="685800" y="5391150"/>
            <a:ext cx="10820400" cy="781050"/>
          </a:xfrm>
          <a:prstGeom xmlns:a="http://schemas.openxmlformats.org/drawingml/2006/main" prst="rect">
            <a:avLst/>
          </a:prstGeom>
          <a:solidFill xmlns:a="http://schemas.openxmlformats.org/drawingml/2006/main">
            <a:srgbClr val="FFFDF8"/>
          </a:solidFill>
          <a:ln xmlns:a="http://schemas.openxmlformats.org/drawingml/2006/main" w="0">
            <a:solidFill>
              <a:srgbClr val="D8D2C5"/>
            </a:solidFill>
            <a:prstDash val="solid"/>
          </a:ln>
        </p:spPr>
      </p:sp>
      <p:sp>
        <p:nvSpPr>
          <p:cNvPr id="54" name="rect-0451">
            <a:extLst xmlns:a="http://schemas.openxmlformats.org/drawingml/2006/main">
              <a:ext uri="{FF2B5EF4-FFF2-40B4-BE49-F238E27FC236}">
                <a16:creationId xmlns:a16="http://schemas.microsoft.com/office/drawing/2014/main" id="{9228E3BF-72F2-4469-82AC-8D60DF738AE5}"/>
              </a:ext>
            </a:extLst>
          </p:cNvPr>
          <p:cNvSpPr>
            <a:spLocks xmlns:a="http://schemas.openxmlformats.org/drawingml/2006/main" noGrp="1"/>
          </p:cNvSpPr>
          <p:nvPr/>
        </p:nvSpPr>
        <p:spPr>
          <a:xfrm xmlns:a="http://schemas.openxmlformats.org/drawingml/2006/main">
            <a:off x="685800" y="5391150"/>
            <a:ext cx="57150" cy="78105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55" name="text-0452">
            <a:extLst xmlns:a="http://schemas.openxmlformats.org/drawingml/2006/main">
              <a:ext uri="{FF2B5EF4-FFF2-40B4-BE49-F238E27FC236}">
                <a16:creationId xmlns:a16="http://schemas.microsoft.com/office/drawing/2014/main" id="{A2A2F49F-94BC-4925-81DD-FEAA851918F8}"/>
              </a:ext>
            </a:extLst>
          </p:cNvPr>
          <p:cNvSpPr>
            <a:spLocks xmlns:a="http://schemas.openxmlformats.org/drawingml/2006/main" noGrp="1"/>
          </p:cNvSpPr>
          <p:nvPr/>
        </p:nvSpPr>
        <p:spPr>
          <a:xfrm xmlns:a="http://schemas.openxmlformats.org/drawingml/2006/main">
            <a:off x="933450" y="5534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182338"/>
                </a:solidFill>
                <a:latin typeface="PingFang SC"/>
                <a:ea typeface="PingFang SC"/>
                <a:cs typeface="PingFang SC"/>
              </a:defRPr>
            </a:pPr>
            <a:r>
              <a:rPr sz="1800" b="1">
                <a:solidFill>
                  <a:srgbClr val="182338"/>
                </a:solidFill>
                <a:latin typeface="PingFang SC"/>
                <a:ea typeface="PingFang SC"/>
                <a:cs typeface="PingFang SC"/>
              </a:rPr>
              <a:t>AI负责扩大探索与执行，人负责目标、判断和最终结果。</a:t>
            </a:r>
          </a:p>
        </p:txBody>
      </p:sp>
    </p:spTree>
    <p:extLst>
      <p:ext uri="{BB962C8B-B14F-4D97-AF65-F5344CB8AC3E}">
        <p14:creationId xmlns:p14="http://schemas.microsoft.com/office/powerpoint/2010/main" val="1313910484"/>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59" name="rect-0453">
            <a:extLst xmlns:a="http://schemas.openxmlformats.org/drawingml/2006/main">
              <a:ext uri="{FF2B5EF4-FFF2-40B4-BE49-F238E27FC236}">
                <a16:creationId xmlns:a16="http://schemas.microsoft.com/office/drawing/2014/main" id="{CFDDE970-F1A3-4487-805A-B1ADC519FFF0}"/>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 name="rect-0454">
            <a:extLst xmlns:a="http://schemas.openxmlformats.org/drawingml/2006/main">
              <a:ext uri="{FF2B5EF4-FFF2-40B4-BE49-F238E27FC236}">
                <a16:creationId xmlns:a16="http://schemas.microsoft.com/office/drawing/2014/main" id="{824EC50F-B064-4E13-90D1-64756E7C33ED}"/>
              </a:ext>
            </a:extLst>
          </p:cNvPr>
          <p:cNvSpPr>
            <a:spLocks xmlns:a="http://schemas.openxmlformats.org/drawingml/2006/main" noGrp="1"/>
          </p:cNvSpPr>
          <p:nvPr/>
        </p:nvSpPr>
        <p:spPr>
          <a:xfrm xmlns:a="http://schemas.openxmlformats.org/drawingml/2006/main">
            <a:off x="838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3" name="rect-0455">
            <a:extLst xmlns:a="http://schemas.openxmlformats.org/drawingml/2006/main">
              <a:ext uri="{FF2B5EF4-FFF2-40B4-BE49-F238E27FC236}">
                <a16:creationId xmlns:a16="http://schemas.microsoft.com/office/drawing/2014/main" id="{E5FD2A6A-9635-4CCC-8F65-FBF43559064C}"/>
              </a:ext>
            </a:extLst>
          </p:cNvPr>
          <p:cNvSpPr>
            <a:spLocks xmlns:a="http://schemas.openxmlformats.org/drawingml/2006/main" noGrp="1"/>
          </p:cNvSpPr>
          <p:nvPr/>
        </p:nvSpPr>
        <p:spPr>
          <a:xfrm xmlns:a="http://schemas.openxmlformats.org/drawingml/2006/main">
            <a:off x="1676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4" name="rect-0456">
            <a:extLst xmlns:a="http://schemas.openxmlformats.org/drawingml/2006/main">
              <a:ext uri="{FF2B5EF4-FFF2-40B4-BE49-F238E27FC236}">
                <a16:creationId xmlns:a16="http://schemas.microsoft.com/office/drawing/2014/main" id="{FB32050A-0A8D-42FD-B471-15268727104F}"/>
              </a:ext>
            </a:extLst>
          </p:cNvPr>
          <p:cNvSpPr>
            <a:spLocks xmlns:a="http://schemas.openxmlformats.org/drawingml/2006/main" noGrp="1"/>
          </p:cNvSpPr>
          <p:nvPr/>
        </p:nvSpPr>
        <p:spPr>
          <a:xfrm xmlns:a="http://schemas.openxmlformats.org/drawingml/2006/main">
            <a:off x="2514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5" name="rect-0457">
            <a:extLst xmlns:a="http://schemas.openxmlformats.org/drawingml/2006/main">
              <a:ext uri="{FF2B5EF4-FFF2-40B4-BE49-F238E27FC236}">
                <a16:creationId xmlns:a16="http://schemas.microsoft.com/office/drawing/2014/main" id="{EED62C88-A137-4A5E-9747-3F05DC4C4BB7}"/>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6" name="rect-0458">
            <a:extLst xmlns:a="http://schemas.openxmlformats.org/drawingml/2006/main">
              <a:ext uri="{FF2B5EF4-FFF2-40B4-BE49-F238E27FC236}">
                <a16:creationId xmlns:a16="http://schemas.microsoft.com/office/drawing/2014/main" id="{3366A780-E178-4D7A-8A99-01749E5BFAAB}"/>
              </a:ext>
            </a:extLst>
          </p:cNvPr>
          <p:cNvSpPr>
            <a:spLocks xmlns:a="http://schemas.openxmlformats.org/drawingml/2006/main" noGrp="1"/>
          </p:cNvSpPr>
          <p:nvPr/>
        </p:nvSpPr>
        <p:spPr>
          <a:xfrm xmlns:a="http://schemas.openxmlformats.org/drawingml/2006/main">
            <a:off x="4191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7" name="rect-0459">
            <a:extLst xmlns:a="http://schemas.openxmlformats.org/drawingml/2006/main">
              <a:ext uri="{FF2B5EF4-FFF2-40B4-BE49-F238E27FC236}">
                <a16:creationId xmlns:a16="http://schemas.microsoft.com/office/drawing/2014/main" id="{9418D15F-CBE0-4C2C-A5A3-A4B749D3F00F}"/>
              </a:ext>
            </a:extLst>
          </p:cNvPr>
          <p:cNvSpPr>
            <a:spLocks xmlns:a="http://schemas.openxmlformats.org/drawingml/2006/main" noGrp="1"/>
          </p:cNvSpPr>
          <p:nvPr/>
        </p:nvSpPr>
        <p:spPr>
          <a:xfrm xmlns:a="http://schemas.openxmlformats.org/drawingml/2006/main">
            <a:off x="5029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8" name="rect-0460">
            <a:extLst xmlns:a="http://schemas.openxmlformats.org/drawingml/2006/main">
              <a:ext uri="{FF2B5EF4-FFF2-40B4-BE49-F238E27FC236}">
                <a16:creationId xmlns:a16="http://schemas.microsoft.com/office/drawing/2014/main" id="{5865225B-AF74-49EF-B373-E65EE92E5793}"/>
              </a:ext>
            </a:extLst>
          </p:cNvPr>
          <p:cNvSpPr>
            <a:spLocks xmlns:a="http://schemas.openxmlformats.org/drawingml/2006/main" noGrp="1"/>
          </p:cNvSpPr>
          <p:nvPr/>
        </p:nvSpPr>
        <p:spPr>
          <a:xfrm xmlns:a="http://schemas.openxmlformats.org/drawingml/2006/main">
            <a:off x="5867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9" name="rect-0461">
            <a:extLst xmlns:a="http://schemas.openxmlformats.org/drawingml/2006/main">
              <a:ext uri="{FF2B5EF4-FFF2-40B4-BE49-F238E27FC236}">
                <a16:creationId xmlns:a16="http://schemas.microsoft.com/office/drawing/2014/main" id="{17FF33FE-88F9-46E5-8933-05636E7369DD}"/>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0" name="rect-0462">
            <a:extLst xmlns:a="http://schemas.openxmlformats.org/drawingml/2006/main">
              <a:ext uri="{FF2B5EF4-FFF2-40B4-BE49-F238E27FC236}">
                <a16:creationId xmlns:a16="http://schemas.microsoft.com/office/drawing/2014/main" id="{B4E76A1A-AB0C-4573-BD75-B92038AEAF3D}"/>
              </a:ext>
            </a:extLst>
          </p:cNvPr>
          <p:cNvSpPr>
            <a:spLocks xmlns:a="http://schemas.openxmlformats.org/drawingml/2006/main" noGrp="1"/>
          </p:cNvSpPr>
          <p:nvPr/>
        </p:nvSpPr>
        <p:spPr>
          <a:xfrm xmlns:a="http://schemas.openxmlformats.org/drawingml/2006/main">
            <a:off x="7543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1" name="rect-0463">
            <a:extLst xmlns:a="http://schemas.openxmlformats.org/drawingml/2006/main">
              <a:ext uri="{FF2B5EF4-FFF2-40B4-BE49-F238E27FC236}">
                <a16:creationId xmlns:a16="http://schemas.microsoft.com/office/drawing/2014/main" id="{2FBDF790-FEAD-4E86-B583-50C095608958}"/>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2" name="rect-0464">
            <a:extLst xmlns:a="http://schemas.openxmlformats.org/drawingml/2006/main">
              <a:ext uri="{FF2B5EF4-FFF2-40B4-BE49-F238E27FC236}">
                <a16:creationId xmlns:a16="http://schemas.microsoft.com/office/drawing/2014/main" id="{04236E4A-16A6-441A-A5CB-A6887537A812}"/>
              </a:ext>
            </a:extLst>
          </p:cNvPr>
          <p:cNvSpPr>
            <a:spLocks xmlns:a="http://schemas.openxmlformats.org/drawingml/2006/main" noGrp="1"/>
          </p:cNvSpPr>
          <p:nvPr/>
        </p:nvSpPr>
        <p:spPr>
          <a:xfrm xmlns:a="http://schemas.openxmlformats.org/drawingml/2006/main">
            <a:off x="9220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3" name="rect-0465">
            <a:extLst xmlns:a="http://schemas.openxmlformats.org/drawingml/2006/main">
              <a:ext uri="{FF2B5EF4-FFF2-40B4-BE49-F238E27FC236}">
                <a16:creationId xmlns:a16="http://schemas.microsoft.com/office/drawing/2014/main" id="{85BD2A97-78A1-41A0-AAF9-9FC8DBD9DBB8}"/>
              </a:ext>
            </a:extLst>
          </p:cNvPr>
          <p:cNvSpPr>
            <a:spLocks xmlns:a="http://schemas.openxmlformats.org/drawingml/2006/main" noGrp="1"/>
          </p:cNvSpPr>
          <p:nvPr/>
        </p:nvSpPr>
        <p:spPr>
          <a:xfrm xmlns:a="http://schemas.openxmlformats.org/drawingml/2006/main">
            <a:off x="10058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4" name="rect-0466">
            <a:extLst xmlns:a="http://schemas.openxmlformats.org/drawingml/2006/main">
              <a:ext uri="{FF2B5EF4-FFF2-40B4-BE49-F238E27FC236}">
                <a16:creationId xmlns:a16="http://schemas.microsoft.com/office/drawing/2014/main" id="{9BBEED52-7497-4402-9CFC-DA4AEDB6879D}"/>
              </a:ext>
            </a:extLst>
          </p:cNvPr>
          <p:cNvSpPr>
            <a:spLocks xmlns:a="http://schemas.openxmlformats.org/drawingml/2006/main" noGrp="1"/>
          </p:cNvSpPr>
          <p:nvPr/>
        </p:nvSpPr>
        <p:spPr>
          <a:xfrm xmlns:a="http://schemas.openxmlformats.org/drawingml/2006/main">
            <a:off x="10896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5" name="rect-0467">
            <a:extLst xmlns:a="http://schemas.openxmlformats.org/drawingml/2006/main">
              <a:ext uri="{FF2B5EF4-FFF2-40B4-BE49-F238E27FC236}">
                <a16:creationId xmlns:a16="http://schemas.microsoft.com/office/drawing/2014/main" id="{57CCA619-05A7-4985-962E-2EC9080E2204}"/>
              </a:ext>
            </a:extLst>
          </p:cNvPr>
          <p:cNvSpPr>
            <a:spLocks xmlns:a="http://schemas.openxmlformats.org/drawingml/2006/main" noGrp="1"/>
          </p:cNvSpPr>
          <p:nvPr/>
        </p:nvSpPr>
        <p:spPr>
          <a:xfrm xmlns:a="http://schemas.openxmlformats.org/drawingml/2006/main">
            <a:off x="11734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6" name="rect-0468">
            <a:extLst xmlns:a="http://schemas.openxmlformats.org/drawingml/2006/main">
              <a:ext uri="{FF2B5EF4-FFF2-40B4-BE49-F238E27FC236}">
                <a16:creationId xmlns:a16="http://schemas.microsoft.com/office/drawing/2014/main" id="{5811CBA1-BE0B-456D-8EC1-99715D4C02A3}"/>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7" name="rect-0469">
            <a:extLst xmlns:a="http://schemas.openxmlformats.org/drawingml/2006/main">
              <a:ext uri="{FF2B5EF4-FFF2-40B4-BE49-F238E27FC236}">
                <a16:creationId xmlns:a16="http://schemas.microsoft.com/office/drawing/2014/main" id="{A5157152-3537-4F01-A99D-62DE5F40817F}"/>
              </a:ext>
            </a:extLst>
          </p:cNvPr>
          <p:cNvSpPr>
            <a:spLocks xmlns:a="http://schemas.openxmlformats.org/drawingml/2006/main" noGrp="1"/>
          </p:cNvSpPr>
          <p:nvPr/>
        </p:nvSpPr>
        <p:spPr>
          <a:xfrm xmlns:a="http://schemas.openxmlformats.org/drawingml/2006/main">
            <a:off x="0" y="838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8" name="rect-0470">
            <a:extLst xmlns:a="http://schemas.openxmlformats.org/drawingml/2006/main">
              <a:ext uri="{FF2B5EF4-FFF2-40B4-BE49-F238E27FC236}">
                <a16:creationId xmlns:a16="http://schemas.microsoft.com/office/drawing/2014/main" id="{D7ECE122-67C6-45DA-9360-0BAC3B1E0ACD}"/>
              </a:ext>
            </a:extLst>
          </p:cNvPr>
          <p:cNvSpPr>
            <a:spLocks xmlns:a="http://schemas.openxmlformats.org/drawingml/2006/main" noGrp="1"/>
          </p:cNvSpPr>
          <p:nvPr/>
        </p:nvSpPr>
        <p:spPr>
          <a:xfrm xmlns:a="http://schemas.openxmlformats.org/drawingml/2006/main">
            <a:off x="0" y="1676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9" name="rect-0471">
            <a:extLst xmlns:a="http://schemas.openxmlformats.org/drawingml/2006/main">
              <a:ext uri="{FF2B5EF4-FFF2-40B4-BE49-F238E27FC236}">
                <a16:creationId xmlns:a16="http://schemas.microsoft.com/office/drawing/2014/main" id="{F87018C8-DA12-4CBE-B6B0-92D877E3A3A5}"/>
              </a:ext>
            </a:extLst>
          </p:cNvPr>
          <p:cNvSpPr>
            <a:spLocks xmlns:a="http://schemas.openxmlformats.org/drawingml/2006/main" noGrp="1"/>
          </p:cNvSpPr>
          <p:nvPr/>
        </p:nvSpPr>
        <p:spPr>
          <a:xfrm xmlns:a="http://schemas.openxmlformats.org/drawingml/2006/main">
            <a:off x="0" y="2514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0" name="rect-0472">
            <a:extLst xmlns:a="http://schemas.openxmlformats.org/drawingml/2006/main">
              <a:ext uri="{FF2B5EF4-FFF2-40B4-BE49-F238E27FC236}">
                <a16:creationId xmlns:a16="http://schemas.microsoft.com/office/drawing/2014/main" id="{209C8282-FA7D-4BA4-8772-ABD6520039A0}"/>
              </a:ext>
            </a:extLst>
          </p:cNvPr>
          <p:cNvSpPr>
            <a:spLocks xmlns:a="http://schemas.openxmlformats.org/drawingml/2006/main" noGrp="1"/>
          </p:cNvSpPr>
          <p:nvPr/>
        </p:nvSpPr>
        <p:spPr>
          <a:xfrm xmlns:a="http://schemas.openxmlformats.org/drawingml/2006/main">
            <a:off x="0" y="33528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1" name="rect-0473">
            <a:extLst xmlns:a="http://schemas.openxmlformats.org/drawingml/2006/main">
              <a:ext uri="{FF2B5EF4-FFF2-40B4-BE49-F238E27FC236}">
                <a16:creationId xmlns:a16="http://schemas.microsoft.com/office/drawing/2014/main" id="{FF410107-218F-45EF-BA97-048DCBDBA0CD}"/>
              </a:ext>
            </a:extLst>
          </p:cNvPr>
          <p:cNvSpPr>
            <a:spLocks xmlns:a="http://schemas.openxmlformats.org/drawingml/2006/main" noGrp="1"/>
          </p:cNvSpPr>
          <p:nvPr/>
        </p:nvSpPr>
        <p:spPr>
          <a:xfrm xmlns:a="http://schemas.openxmlformats.org/drawingml/2006/main">
            <a:off x="0" y="41910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2" name="rect-0474">
            <a:extLst xmlns:a="http://schemas.openxmlformats.org/drawingml/2006/main">
              <a:ext uri="{FF2B5EF4-FFF2-40B4-BE49-F238E27FC236}">
                <a16:creationId xmlns:a16="http://schemas.microsoft.com/office/drawing/2014/main" id="{5D14E05B-0482-452B-B944-8BCA00DC90BF}"/>
              </a:ext>
            </a:extLst>
          </p:cNvPr>
          <p:cNvSpPr>
            <a:spLocks xmlns:a="http://schemas.openxmlformats.org/drawingml/2006/main" noGrp="1"/>
          </p:cNvSpPr>
          <p:nvPr/>
        </p:nvSpPr>
        <p:spPr>
          <a:xfrm xmlns:a="http://schemas.openxmlformats.org/drawingml/2006/main">
            <a:off x="0" y="5029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3" name="rect-0475">
            <a:extLst xmlns:a="http://schemas.openxmlformats.org/drawingml/2006/main">
              <a:ext uri="{FF2B5EF4-FFF2-40B4-BE49-F238E27FC236}">
                <a16:creationId xmlns:a16="http://schemas.microsoft.com/office/drawing/2014/main" id="{020D8247-A34B-4AFE-93BB-0F307A0F7BBD}"/>
              </a:ext>
            </a:extLst>
          </p:cNvPr>
          <p:cNvSpPr>
            <a:spLocks xmlns:a="http://schemas.openxmlformats.org/drawingml/2006/main" noGrp="1"/>
          </p:cNvSpPr>
          <p:nvPr/>
        </p:nvSpPr>
        <p:spPr>
          <a:xfrm xmlns:a="http://schemas.openxmlformats.org/drawingml/2006/main">
            <a:off x="0" y="5867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4" name="rect-0476">
            <a:extLst xmlns:a="http://schemas.openxmlformats.org/drawingml/2006/main">
              <a:ext uri="{FF2B5EF4-FFF2-40B4-BE49-F238E27FC236}">
                <a16:creationId xmlns:a16="http://schemas.microsoft.com/office/drawing/2014/main" id="{3D292DAD-4574-4F6F-A42F-BF5BD16C35A2}"/>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5" name="rect-0477">
            <a:extLst xmlns:a="http://schemas.openxmlformats.org/drawingml/2006/main">
              <a:ext uri="{FF2B5EF4-FFF2-40B4-BE49-F238E27FC236}">
                <a16:creationId xmlns:a16="http://schemas.microsoft.com/office/drawing/2014/main" id="{1685A217-FECC-4233-9AC3-B2E4272224C3}"/>
              </a:ext>
            </a:extLst>
          </p:cNvPr>
          <p:cNvSpPr>
            <a:spLocks xmlns:a="http://schemas.openxmlformats.org/drawingml/2006/main" noGrp="1"/>
          </p:cNvSpPr>
          <p:nvPr/>
        </p:nvSpPr>
        <p:spPr>
          <a:xfrm xmlns:a="http://schemas.openxmlformats.org/drawingml/2006/main">
            <a:off x="0" y="0"/>
            <a:ext cx="3171825" cy="7620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26" name="rect-0478">
            <a:extLst xmlns:a="http://schemas.openxmlformats.org/drawingml/2006/main">
              <a:ext uri="{FF2B5EF4-FFF2-40B4-BE49-F238E27FC236}">
                <a16:creationId xmlns:a16="http://schemas.microsoft.com/office/drawing/2014/main" id="{345B07A0-69C8-4C1C-88CC-EEFD369924B4}"/>
              </a:ext>
            </a:extLst>
          </p:cNvPr>
          <p:cNvSpPr>
            <a:spLocks xmlns:a="http://schemas.openxmlformats.org/drawingml/2006/main" noGrp="1"/>
          </p:cNvSpPr>
          <p:nvPr/>
        </p:nvSpPr>
        <p:spPr>
          <a:xfrm xmlns:a="http://schemas.openxmlformats.org/drawingml/2006/main">
            <a:off x="3171825" y="0"/>
            <a:ext cx="1952625" cy="76200"/>
          </a:xfrm>
          <a:prstGeom xmlns:a="http://schemas.openxmlformats.org/drawingml/2006/main" prst="rect">
            <a:avLst/>
          </a:prstGeom>
          <a:solidFill xmlns:a="http://schemas.openxmlformats.org/drawingml/2006/main">
            <a:srgbClr val="B8842F"/>
          </a:solidFill>
          <a:ln xmlns:a="http://schemas.openxmlformats.org/drawingml/2006/main" w="0">
            <a:noFill/>
            <a:prstDash val="solid"/>
          </a:ln>
        </p:spPr>
      </p:sp>
      <p:sp>
        <p:nvSpPr>
          <p:cNvPr id="27" name="rect-0479">
            <a:extLst xmlns:a="http://schemas.openxmlformats.org/drawingml/2006/main">
              <a:ext uri="{FF2B5EF4-FFF2-40B4-BE49-F238E27FC236}">
                <a16:creationId xmlns:a16="http://schemas.microsoft.com/office/drawing/2014/main" id="{26AA57F8-79A2-4B47-ACF5-0BC35DB03743}"/>
              </a:ext>
            </a:extLst>
          </p:cNvPr>
          <p:cNvSpPr>
            <a:spLocks xmlns:a="http://schemas.openxmlformats.org/drawingml/2006/main" noGrp="1"/>
          </p:cNvSpPr>
          <p:nvPr/>
        </p:nvSpPr>
        <p:spPr>
          <a:xfrm xmlns:a="http://schemas.openxmlformats.org/drawingml/2006/main">
            <a:off x="5124450" y="0"/>
            <a:ext cx="7067550" cy="76200"/>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pic>
        <p:nvPicPr>
          <p:cNvPr id="86" name=""/>
          <p:cNvPicPr>
            <a:picLocks xmlns:a="http://schemas.openxmlformats.org/drawingml/2006/main" noChangeAspect="1"/>
          </p:cNvPicPr>
          <p:nvPr/>
        </p:nvPicPr>
        <p:blipFill>
          <a:blip xmlns:r="http://schemas.openxmlformats.org/officeDocument/2006/relationships" xmlns:a="http://schemas.openxmlformats.org/drawingml/2006/main" r:embed="R74460eb724a24293">
            <a:extLst>
              <a:ext uri="{96DAC541-7B7A-43D3-8B79-37D633B846F1}">
                <asvg:svgBlip xmlns:asvg="http://schemas.microsoft.com/office/drawing/2016/SVG/main" r:embed="R2df630bfcb754cc4"/>
              </a:ext>
            </a:extLst>
          </a:blip>
          <a:stretch xmlns:a="http://schemas.openxmlformats.org/drawingml/2006/main"/>
        </p:blipFill>
        <p:spPr>
          <a:xfrm xmlns:a="http://schemas.openxmlformats.org/drawingml/2006/main">
            <a:off x="9871043" y="289560"/>
            <a:ext cx="1863757" cy="539115"/>
          </a:xfrm>
          <a:prstGeom xmlns:a="http://schemas.openxmlformats.org/drawingml/2006/main" prst="rect">
            <a:avLst/>
          </a:prstGeom>
        </p:spPr>
      </p:pic>
      <p:sp>
        <p:nvSpPr>
          <p:cNvPr id="29" name="text-0480">
            <a:extLst xmlns:a="http://schemas.openxmlformats.org/drawingml/2006/main">
              <a:ext uri="{FF2B5EF4-FFF2-40B4-BE49-F238E27FC236}">
                <a16:creationId xmlns:a16="http://schemas.microsoft.com/office/drawing/2014/main" id="{02170CA3-03A1-48CE-8D37-5075EF10014F}"/>
              </a:ext>
            </a:extLst>
          </p:cNvPr>
          <p:cNvSpPr>
            <a:spLocks xmlns:a="http://schemas.openxmlformats.org/drawingml/2006/main" noGrp="1"/>
          </p:cNvSpPr>
          <p:nvPr/>
        </p:nvSpPr>
        <p:spPr>
          <a:xfrm xmlns:a="http://schemas.openxmlformats.org/drawingml/2006/main">
            <a:off x="685800" y="6572250"/>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87287"/>
                </a:solidFill>
                <a:latin typeface="PingFang SC"/>
                <a:ea typeface="PingFang SC"/>
                <a:cs typeface="PingFang SC"/>
              </a:defRPr>
            </a:pPr>
            <a:r>
              <a:rPr sz="825" b="0">
                <a:solidFill>
                  <a:srgbClr val="687287"/>
                </a:solidFill>
                <a:latin typeface="PingFang SC"/>
                <a:ea typeface="PingFang SC"/>
                <a:cs typeface="PingFang SC"/>
              </a:rPr>
              <a:t>开放东方 · AI使用培训</a:t>
            </a:r>
          </a:p>
        </p:txBody>
      </p:sp>
      <p:sp>
        <p:nvSpPr>
          <p:cNvPr id="30" name="text-0481">
            <a:extLst xmlns:a="http://schemas.openxmlformats.org/drawingml/2006/main">
              <a:ext uri="{FF2B5EF4-FFF2-40B4-BE49-F238E27FC236}">
                <a16:creationId xmlns:a16="http://schemas.microsoft.com/office/drawing/2014/main" id="{DD73ADDF-0010-4FB5-A485-E3EBD4F35A9E}"/>
              </a:ext>
            </a:extLst>
          </p:cNvPr>
          <p:cNvSpPr>
            <a:spLocks xmlns:a="http://schemas.openxmlformats.org/drawingml/2006/main" noGrp="1"/>
          </p:cNvSpPr>
          <p:nvPr/>
        </p:nvSpPr>
        <p:spPr>
          <a:xfrm xmlns:a="http://schemas.openxmlformats.org/drawingml/2006/main">
            <a:off x="11239500" y="65151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A74335"/>
                </a:solidFill>
                <a:latin typeface="PingFang SC"/>
                <a:ea typeface="PingFang SC"/>
                <a:cs typeface="PingFang SC"/>
              </a:defRPr>
            </a:pPr>
            <a:r>
              <a:rPr sz="975" b="1">
                <a:solidFill>
                  <a:srgbClr val="A74335"/>
                </a:solidFill>
                <a:latin typeface="PingFang SC"/>
                <a:ea typeface="PingFang SC"/>
                <a:cs typeface="PingFang SC"/>
              </a:rPr>
              <a:t>09</a:t>
            </a:r>
          </a:p>
        </p:txBody>
      </p:sp>
      <p:sp>
        <p:nvSpPr>
          <p:cNvPr id="31" name="rect-0482">
            <a:extLst xmlns:a="http://schemas.openxmlformats.org/drawingml/2006/main">
              <a:ext uri="{FF2B5EF4-FFF2-40B4-BE49-F238E27FC236}">
                <a16:creationId xmlns:a16="http://schemas.microsoft.com/office/drawing/2014/main" id="{ABFA08F8-7E2D-4510-902E-FC07D32C07CD}"/>
              </a:ext>
            </a:extLst>
          </p:cNvPr>
          <p:cNvSpPr>
            <a:spLocks xmlns:a="http://schemas.openxmlformats.org/drawingml/2006/main" noGrp="1"/>
          </p:cNvSpPr>
          <p:nvPr/>
        </p:nvSpPr>
        <p:spPr>
          <a:xfrm xmlns:a="http://schemas.openxmlformats.org/drawingml/2006/main">
            <a:off x="685800" y="619125"/>
            <a:ext cx="323850" cy="28575"/>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32" name="text-0483">
            <a:extLst xmlns:a="http://schemas.openxmlformats.org/drawingml/2006/main">
              <a:ext uri="{FF2B5EF4-FFF2-40B4-BE49-F238E27FC236}">
                <a16:creationId xmlns:a16="http://schemas.microsoft.com/office/drawing/2014/main" id="{253CB606-ADD6-4CD5-BE19-EEF21A1165B7}"/>
              </a:ext>
            </a:extLst>
          </p:cNvPr>
          <p:cNvSpPr>
            <a:spLocks xmlns:a="http://schemas.openxmlformats.org/drawingml/2006/main" noGrp="1"/>
          </p:cNvSpPr>
          <p:nvPr/>
        </p:nvSpPr>
        <p:spPr>
          <a:xfrm xmlns:a="http://schemas.openxmlformats.org/drawingml/2006/main">
            <a:off x="1123950" y="504825"/>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335"/>
                </a:solidFill>
                <a:latin typeface="PingFang SC"/>
                <a:ea typeface="PingFang SC"/>
                <a:cs typeface="PingFang SC"/>
              </a:defRPr>
            </a:pPr>
            <a:r>
              <a:rPr sz="1125" b="1">
                <a:solidFill>
                  <a:srgbClr val="A74335"/>
                </a:solidFill>
                <a:latin typeface="PingFang SC"/>
                <a:ea typeface="PingFang SC"/>
                <a:cs typeface="PingFang SC"/>
              </a:rPr>
              <a:t>08 · 从个人效率走向协作方式</a:t>
            </a:r>
          </a:p>
        </p:txBody>
      </p:sp>
      <p:sp>
        <p:nvSpPr>
          <p:cNvPr id="33" name="text-0484">
            <a:extLst xmlns:a="http://schemas.openxmlformats.org/drawingml/2006/main">
              <a:ext uri="{FF2B5EF4-FFF2-40B4-BE49-F238E27FC236}">
                <a16:creationId xmlns:a16="http://schemas.microsoft.com/office/drawing/2014/main" id="{AAF5EF67-B70D-4D3B-8FFA-03182D656BF4}"/>
              </a:ext>
            </a:extLst>
          </p:cNvPr>
          <p:cNvSpPr>
            <a:spLocks xmlns:a="http://schemas.openxmlformats.org/drawingml/2006/main" noGrp="1"/>
          </p:cNvSpPr>
          <p:nvPr/>
        </p:nvSpPr>
        <p:spPr>
          <a:xfrm xmlns:a="http://schemas.openxmlformats.org/drawingml/2006/main">
            <a:off x="685800" y="981075"/>
            <a:ext cx="108204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225" b="1">
                <a:solidFill>
                  <a:srgbClr val="182338"/>
                </a:solidFill>
                <a:latin typeface="Songti SC"/>
                <a:ea typeface="Songti SC"/>
                <a:cs typeface="Songti SC"/>
              </a:defRPr>
            </a:pPr>
            <a:r>
              <a:rPr sz="3225" b="1">
                <a:solidFill>
                  <a:srgbClr val="182338"/>
                </a:solidFill>
                <a:latin typeface="Songti SC"/>
                <a:ea typeface="Songti SC"/>
                <a:cs typeface="Songti SC"/>
              </a:rPr>
              <a:t>一个Agent是数字岗位；</a:t>
            </a:r>
          </a:p>
          <a:p xmlns:a="http://schemas.openxmlformats.org/drawingml/2006/main">
            <a:pPr algn="l">
              <a:lnSpc>
                <a:spcPct val="95000"/>
              </a:lnSpc>
              <a:buNone/>
              <a:defRPr sz="3225" b="1">
                <a:solidFill>
                  <a:srgbClr val="182338"/>
                </a:solidFill>
                <a:latin typeface="Songti SC"/>
                <a:ea typeface="Songti SC"/>
                <a:cs typeface="Songti SC"/>
              </a:defRPr>
            </a:pPr>
            <a:r>
              <a:rPr sz="3225" b="1">
                <a:solidFill>
                  <a:srgbClr val="182338"/>
                </a:solidFill>
                <a:latin typeface="Songti SC"/>
                <a:ea typeface="Songti SC"/>
                <a:cs typeface="Songti SC"/>
              </a:rPr>
              <a:t>多个Agent或者一个工作流，可以组织复杂工作</a:t>
            </a:r>
          </a:p>
        </p:txBody>
      </p:sp>
      <p:sp>
        <p:nvSpPr>
          <p:cNvPr id="34" name="rect-0485">
            <a:extLst xmlns:a="http://schemas.openxmlformats.org/drawingml/2006/main">
              <a:ext uri="{FF2B5EF4-FFF2-40B4-BE49-F238E27FC236}">
                <a16:creationId xmlns:a16="http://schemas.microsoft.com/office/drawing/2014/main" id="{1A90B0A1-B978-4E89-9ECB-205413005430}"/>
              </a:ext>
            </a:extLst>
          </p:cNvPr>
          <p:cNvSpPr>
            <a:spLocks xmlns:a="http://schemas.openxmlformats.org/drawingml/2006/main" noGrp="1"/>
          </p:cNvSpPr>
          <p:nvPr/>
        </p:nvSpPr>
        <p:spPr>
          <a:xfrm xmlns:a="http://schemas.openxmlformats.org/drawingml/2006/main">
            <a:off x="685800" y="2714625"/>
            <a:ext cx="1666875" cy="1428750"/>
          </a:xfrm>
          <a:prstGeom xmlns:a="http://schemas.openxmlformats.org/drawingml/2006/main" prst="roundRect">
            <a:avLst>
              <a:gd name="adj" fmla="val 9333"/>
            </a:avLst>
          </a:prstGeom>
          <a:solidFill xmlns:a="http://schemas.openxmlformats.org/drawingml/2006/main">
            <a:srgbClr val="FFFDF8"/>
          </a:solidFill>
          <a:ln xmlns:a="http://schemas.openxmlformats.org/drawingml/2006/main" w="9525">
            <a:solidFill>
              <a:srgbClr val="D8D2C5"/>
            </a:solidFill>
            <a:prstDash val="solid"/>
          </a:ln>
        </p:spPr>
      </p:sp>
      <p:sp>
        <p:nvSpPr>
          <p:cNvPr id="35" name="rect-0486">
            <a:extLst xmlns:a="http://schemas.openxmlformats.org/drawingml/2006/main">
              <a:ext uri="{FF2B5EF4-FFF2-40B4-BE49-F238E27FC236}">
                <a16:creationId xmlns:a16="http://schemas.microsoft.com/office/drawing/2014/main" id="{9070E8AA-41E1-4A39-BCD6-3DFE1E44FCBA}"/>
              </a:ext>
            </a:extLst>
          </p:cNvPr>
          <p:cNvSpPr>
            <a:spLocks xmlns:a="http://schemas.openxmlformats.org/drawingml/2006/main" noGrp="1"/>
          </p:cNvSpPr>
          <p:nvPr/>
        </p:nvSpPr>
        <p:spPr>
          <a:xfrm xmlns:a="http://schemas.openxmlformats.org/drawingml/2006/main">
            <a:off x="685800" y="2714625"/>
            <a:ext cx="1666875" cy="57150"/>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sp>
        <p:nvSpPr>
          <p:cNvPr id="36" name="text-0487">
            <a:extLst xmlns:a="http://schemas.openxmlformats.org/drawingml/2006/main">
              <a:ext uri="{FF2B5EF4-FFF2-40B4-BE49-F238E27FC236}">
                <a16:creationId xmlns:a16="http://schemas.microsoft.com/office/drawing/2014/main" id="{29BA0A28-4EB3-493F-925B-E76719BB7B1E}"/>
              </a:ext>
            </a:extLst>
          </p:cNvPr>
          <p:cNvSpPr>
            <a:spLocks xmlns:a="http://schemas.openxmlformats.org/drawingml/2006/main" noGrp="1"/>
          </p:cNvSpPr>
          <p:nvPr/>
        </p:nvSpPr>
        <p:spPr>
          <a:xfrm xmlns:a="http://schemas.openxmlformats.org/drawingml/2006/main">
            <a:off x="876300" y="2981325"/>
            <a:ext cx="1285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82338"/>
                </a:solidFill>
                <a:latin typeface="PingFang SC"/>
                <a:ea typeface="PingFang SC"/>
                <a:cs typeface="PingFang SC"/>
              </a:defRPr>
            </a:pPr>
            <a:r>
              <a:rPr sz="1800" b="1">
                <a:solidFill>
                  <a:srgbClr val="182338"/>
                </a:solidFill>
                <a:latin typeface="PingFang SC"/>
                <a:ea typeface="PingFang SC"/>
                <a:cs typeface="PingFang SC"/>
              </a:rPr>
              <a:t>大模型</a:t>
            </a:r>
          </a:p>
        </p:txBody>
      </p:sp>
      <p:sp>
        <p:nvSpPr>
          <p:cNvPr id="37" name="text-0488">
            <a:extLst xmlns:a="http://schemas.openxmlformats.org/drawingml/2006/main">
              <a:ext uri="{FF2B5EF4-FFF2-40B4-BE49-F238E27FC236}">
                <a16:creationId xmlns:a16="http://schemas.microsoft.com/office/drawing/2014/main" id="{23CBC626-2D1F-4BEB-9D5A-C126B80F46F7}"/>
              </a:ext>
            </a:extLst>
          </p:cNvPr>
          <p:cNvSpPr>
            <a:spLocks xmlns:a="http://schemas.openxmlformats.org/drawingml/2006/main" noGrp="1"/>
          </p:cNvSpPr>
          <p:nvPr/>
        </p:nvSpPr>
        <p:spPr>
          <a:xfrm xmlns:a="http://schemas.openxmlformats.org/drawingml/2006/main">
            <a:off x="876300" y="3495675"/>
            <a:ext cx="1285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200" b="0">
                <a:solidFill>
                  <a:srgbClr val="687287"/>
                </a:solidFill>
                <a:latin typeface="PingFang SC"/>
                <a:ea typeface="PingFang SC"/>
                <a:cs typeface="PingFang SC"/>
              </a:defRPr>
            </a:pPr>
            <a:r>
              <a:rPr sz="1200" b="0">
                <a:solidFill>
                  <a:srgbClr val="687287"/>
                </a:solidFill>
                <a:latin typeface="PingFang SC"/>
                <a:ea typeface="PingFang SC"/>
                <a:cs typeface="PingFang SC"/>
              </a:rPr>
              <a:t>提供通用的理解、生成和规划能力。</a:t>
            </a:r>
          </a:p>
        </p:txBody>
      </p:sp>
      <p:sp>
        <p:nvSpPr>
          <p:cNvPr id="38" name="text-0489">
            <a:extLst xmlns:a="http://schemas.openxmlformats.org/drawingml/2006/main">
              <a:ext uri="{FF2B5EF4-FFF2-40B4-BE49-F238E27FC236}">
                <a16:creationId xmlns:a16="http://schemas.microsoft.com/office/drawing/2014/main" id="{EA37CDF2-58D4-42B6-89A1-3D56384DA985}"/>
              </a:ext>
            </a:extLst>
          </p:cNvPr>
          <p:cNvSpPr>
            <a:spLocks xmlns:a="http://schemas.openxmlformats.org/drawingml/2006/main" noGrp="1"/>
          </p:cNvSpPr>
          <p:nvPr/>
        </p:nvSpPr>
        <p:spPr>
          <a:xfrm xmlns:a="http://schemas.openxmlformats.org/drawingml/2006/main">
            <a:off x="2428875" y="3209925"/>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250" b="1">
                <a:solidFill>
                  <a:srgbClr val="A74335"/>
                </a:solidFill>
                <a:latin typeface="PingFang SC"/>
                <a:ea typeface="PingFang SC"/>
                <a:cs typeface="PingFang SC"/>
              </a:defRPr>
            </a:pPr>
            <a:r>
              <a:rPr sz="2250" b="1">
                <a:solidFill>
                  <a:srgbClr val="A74335"/>
                </a:solidFill>
                <a:latin typeface="PingFang SC"/>
                <a:ea typeface="PingFang SC"/>
                <a:cs typeface="PingFang SC"/>
              </a:rPr>
              <a:t>→</a:t>
            </a:r>
          </a:p>
        </p:txBody>
      </p:sp>
      <p:sp>
        <p:nvSpPr>
          <p:cNvPr id="39" name="rect-0490">
            <a:extLst xmlns:a="http://schemas.openxmlformats.org/drawingml/2006/main">
              <a:ext uri="{FF2B5EF4-FFF2-40B4-BE49-F238E27FC236}">
                <a16:creationId xmlns:a16="http://schemas.microsoft.com/office/drawing/2014/main" id="{48922436-3743-4910-9A0A-E25E6110F128}"/>
              </a:ext>
            </a:extLst>
          </p:cNvPr>
          <p:cNvSpPr>
            <a:spLocks xmlns:a="http://schemas.openxmlformats.org/drawingml/2006/main" noGrp="1"/>
          </p:cNvSpPr>
          <p:nvPr/>
        </p:nvSpPr>
        <p:spPr>
          <a:xfrm xmlns:a="http://schemas.openxmlformats.org/drawingml/2006/main">
            <a:off x="2952750" y="2714625"/>
            <a:ext cx="1809750" cy="1428750"/>
          </a:xfrm>
          <a:prstGeom xmlns:a="http://schemas.openxmlformats.org/drawingml/2006/main" prst="roundRect">
            <a:avLst>
              <a:gd name="adj" fmla="val 9333"/>
            </a:avLst>
          </a:prstGeom>
          <a:solidFill xmlns:a="http://schemas.openxmlformats.org/drawingml/2006/main">
            <a:srgbClr val="FFFDF8"/>
          </a:solidFill>
          <a:ln xmlns:a="http://schemas.openxmlformats.org/drawingml/2006/main" w="9525">
            <a:solidFill>
              <a:srgbClr val="D8D2C5"/>
            </a:solidFill>
            <a:prstDash val="solid"/>
          </a:ln>
        </p:spPr>
      </p:sp>
      <p:sp>
        <p:nvSpPr>
          <p:cNvPr id="40" name="rect-0491">
            <a:extLst xmlns:a="http://schemas.openxmlformats.org/drawingml/2006/main">
              <a:ext uri="{FF2B5EF4-FFF2-40B4-BE49-F238E27FC236}">
                <a16:creationId xmlns:a16="http://schemas.microsoft.com/office/drawing/2014/main" id="{F8562D5F-0058-4A28-B4B9-A50B3CD3B691}"/>
              </a:ext>
            </a:extLst>
          </p:cNvPr>
          <p:cNvSpPr>
            <a:spLocks xmlns:a="http://schemas.openxmlformats.org/drawingml/2006/main" noGrp="1"/>
          </p:cNvSpPr>
          <p:nvPr/>
        </p:nvSpPr>
        <p:spPr>
          <a:xfrm xmlns:a="http://schemas.openxmlformats.org/drawingml/2006/main">
            <a:off x="2952750" y="2714625"/>
            <a:ext cx="1809750" cy="57150"/>
          </a:xfrm>
          <a:prstGeom xmlns:a="http://schemas.openxmlformats.org/drawingml/2006/main" prst="rect">
            <a:avLst/>
          </a:prstGeom>
          <a:solidFill xmlns:a="http://schemas.openxmlformats.org/drawingml/2006/main">
            <a:srgbClr val="B8842F"/>
          </a:solidFill>
          <a:ln xmlns:a="http://schemas.openxmlformats.org/drawingml/2006/main" w="0">
            <a:noFill/>
            <a:prstDash val="solid"/>
          </a:ln>
        </p:spPr>
      </p:sp>
      <p:sp>
        <p:nvSpPr>
          <p:cNvPr id="41" name="text-0492">
            <a:extLst xmlns:a="http://schemas.openxmlformats.org/drawingml/2006/main">
              <a:ext uri="{FF2B5EF4-FFF2-40B4-BE49-F238E27FC236}">
                <a16:creationId xmlns:a16="http://schemas.microsoft.com/office/drawing/2014/main" id="{073F21B2-28EA-49FD-97EC-82BFAAF02D28}"/>
              </a:ext>
            </a:extLst>
          </p:cNvPr>
          <p:cNvSpPr>
            <a:spLocks xmlns:a="http://schemas.openxmlformats.org/drawingml/2006/main" noGrp="1"/>
          </p:cNvSpPr>
          <p:nvPr/>
        </p:nvSpPr>
        <p:spPr>
          <a:xfrm xmlns:a="http://schemas.openxmlformats.org/drawingml/2006/main">
            <a:off x="3143250" y="2981325"/>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82338"/>
                </a:solidFill>
                <a:latin typeface="PingFang SC"/>
                <a:ea typeface="PingFang SC"/>
                <a:cs typeface="PingFang SC"/>
              </a:defRPr>
            </a:pPr>
            <a:r>
              <a:rPr sz="1800" b="1">
                <a:solidFill>
                  <a:srgbClr val="182338"/>
                </a:solidFill>
                <a:latin typeface="PingFang SC"/>
                <a:ea typeface="PingFang SC"/>
                <a:cs typeface="PingFang SC"/>
              </a:rPr>
              <a:t>一个Agent</a:t>
            </a:r>
          </a:p>
        </p:txBody>
      </p:sp>
      <p:sp>
        <p:nvSpPr>
          <p:cNvPr id="42" name="text-0493">
            <a:extLst xmlns:a="http://schemas.openxmlformats.org/drawingml/2006/main">
              <a:ext uri="{FF2B5EF4-FFF2-40B4-BE49-F238E27FC236}">
                <a16:creationId xmlns:a16="http://schemas.microsoft.com/office/drawing/2014/main" id="{7A12CCCC-5E69-4EF8-85C3-1B5D76043AA7}"/>
              </a:ext>
            </a:extLst>
          </p:cNvPr>
          <p:cNvSpPr>
            <a:spLocks xmlns:a="http://schemas.openxmlformats.org/drawingml/2006/main" noGrp="1"/>
          </p:cNvSpPr>
          <p:nvPr/>
        </p:nvSpPr>
        <p:spPr>
          <a:xfrm xmlns:a="http://schemas.openxmlformats.org/drawingml/2006/main">
            <a:off x="3143250" y="3495675"/>
            <a:ext cx="142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200" b="0">
                <a:solidFill>
                  <a:srgbClr val="687287"/>
                </a:solidFill>
                <a:latin typeface="PingFang SC"/>
                <a:ea typeface="PingFang SC"/>
                <a:cs typeface="PingFang SC"/>
              </a:defRPr>
            </a:pPr>
            <a:r>
              <a:rPr sz="1200" b="0">
                <a:solidFill>
                  <a:srgbClr val="687287"/>
                </a:solidFill>
                <a:latin typeface="PingFang SC"/>
                <a:ea typeface="PingFang SC"/>
                <a:cs typeface="PingFang SC"/>
              </a:rPr>
              <a:t>围绕一个角色，完成一段受控工作。</a:t>
            </a:r>
          </a:p>
        </p:txBody>
      </p:sp>
      <p:sp>
        <p:nvSpPr>
          <p:cNvPr id="43" name="text-0494">
            <a:extLst xmlns:a="http://schemas.openxmlformats.org/drawingml/2006/main">
              <a:ext uri="{FF2B5EF4-FFF2-40B4-BE49-F238E27FC236}">
                <a16:creationId xmlns:a16="http://schemas.microsoft.com/office/drawing/2014/main" id="{34C1F1BA-C906-4A47-90CE-474338BCFF5A}"/>
              </a:ext>
            </a:extLst>
          </p:cNvPr>
          <p:cNvSpPr>
            <a:spLocks xmlns:a="http://schemas.openxmlformats.org/drawingml/2006/main" noGrp="1"/>
          </p:cNvSpPr>
          <p:nvPr/>
        </p:nvSpPr>
        <p:spPr>
          <a:xfrm xmlns:a="http://schemas.openxmlformats.org/drawingml/2006/main">
            <a:off x="4857750" y="3209925"/>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250" b="1">
                <a:solidFill>
                  <a:srgbClr val="A74335"/>
                </a:solidFill>
                <a:latin typeface="PingFang SC"/>
                <a:ea typeface="PingFang SC"/>
                <a:cs typeface="PingFang SC"/>
              </a:defRPr>
            </a:pPr>
            <a:r>
              <a:rPr sz="2250" b="1">
                <a:solidFill>
                  <a:srgbClr val="A74335"/>
                </a:solidFill>
                <a:latin typeface="PingFang SC"/>
                <a:ea typeface="PingFang SC"/>
                <a:cs typeface="PingFang SC"/>
              </a:rPr>
              <a:t>→</a:t>
            </a:r>
          </a:p>
        </p:txBody>
      </p:sp>
      <p:sp>
        <p:nvSpPr>
          <p:cNvPr id="44" name="rect-0495">
            <a:extLst xmlns:a="http://schemas.openxmlformats.org/drawingml/2006/main">
              <a:ext uri="{FF2B5EF4-FFF2-40B4-BE49-F238E27FC236}">
                <a16:creationId xmlns:a16="http://schemas.microsoft.com/office/drawing/2014/main" id="{F9A40A61-580C-48E9-A64F-C390E4BE17D7}"/>
              </a:ext>
            </a:extLst>
          </p:cNvPr>
          <p:cNvSpPr>
            <a:spLocks xmlns:a="http://schemas.openxmlformats.org/drawingml/2006/main" noGrp="1"/>
          </p:cNvSpPr>
          <p:nvPr/>
        </p:nvSpPr>
        <p:spPr>
          <a:xfrm xmlns:a="http://schemas.openxmlformats.org/drawingml/2006/main">
            <a:off x="5381625" y="2381250"/>
            <a:ext cx="2857500" cy="895350"/>
          </a:xfrm>
          <a:prstGeom xmlns:a="http://schemas.openxmlformats.org/drawingml/2006/main" prst="roundRect">
            <a:avLst>
              <a:gd name="adj" fmla="val 12766"/>
            </a:avLst>
          </a:prstGeom>
          <a:solidFill xmlns:a="http://schemas.openxmlformats.org/drawingml/2006/main">
            <a:srgbClr val="DCE8EF"/>
          </a:solidFill>
          <a:ln xmlns:a="http://schemas.openxmlformats.org/drawingml/2006/main" w="9525">
            <a:solidFill>
              <a:srgbClr val="2F5F83"/>
            </a:solidFill>
            <a:prstDash val="solid"/>
          </a:ln>
        </p:spPr>
      </p:sp>
      <p:sp>
        <p:nvSpPr>
          <p:cNvPr id="45" name="text-0496">
            <a:extLst xmlns:a="http://schemas.openxmlformats.org/drawingml/2006/main">
              <a:ext uri="{FF2B5EF4-FFF2-40B4-BE49-F238E27FC236}">
                <a16:creationId xmlns:a16="http://schemas.microsoft.com/office/drawing/2014/main" id="{F41DEB5C-9B53-425F-8DF0-A86BBF294725}"/>
              </a:ext>
            </a:extLst>
          </p:cNvPr>
          <p:cNvSpPr>
            <a:spLocks xmlns:a="http://schemas.openxmlformats.org/drawingml/2006/main" noGrp="1"/>
          </p:cNvSpPr>
          <p:nvPr/>
        </p:nvSpPr>
        <p:spPr>
          <a:xfrm xmlns:a="http://schemas.openxmlformats.org/drawingml/2006/main">
            <a:off x="5619750" y="25717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2F5F83"/>
                </a:solidFill>
                <a:latin typeface="PingFang SC"/>
                <a:ea typeface="PingFang SC"/>
                <a:cs typeface="PingFang SC"/>
              </a:defRPr>
            </a:pPr>
            <a:r>
              <a:rPr sz="1725" b="1">
                <a:solidFill>
                  <a:srgbClr val="2F5F83"/>
                </a:solidFill>
                <a:latin typeface="PingFang SC"/>
                <a:ea typeface="PingFang SC"/>
                <a:cs typeface="PingFang SC"/>
              </a:rPr>
              <a:t>多个Agent</a:t>
            </a:r>
          </a:p>
        </p:txBody>
      </p:sp>
      <p:sp>
        <p:nvSpPr>
          <p:cNvPr id="46" name="text-0497">
            <a:extLst xmlns:a="http://schemas.openxmlformats.org/drawingml/2006/main">
              <a:ext uri="{FF2B5EF4-FFF2-40B4-BE49-F238E27FC236}">
                <a16:creationId xmlns:a16="http://schemas.microsoft.com/office/drawing/2014/main" id="{0C2D29FE-AB06-4A4E-825E-9C2AD9FAC68F}"/>
              </a:ext>
            </a:extLst>
          </p:cNvPr>
          <p:cNvSpPr>
            <a:spLocks xmlns:a="http://schemas.openxmlformats.org/drawingml/2006/main" noGrp="1"/>
          </p:cNvSpPr>
          <p:nvPr/>
        </p:nvSpPr>
        <p:spPr>
          <a:xfrm xmlns:a="http://schemas.openxmlformats.org/drawingml/2006/main">
            <a:off x="5619750" y="29051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87287"/>
                </a:solidFill>
                <a:latin typeface="PingFang SC"/>
                <a:ea typeface="PingFang SC"/>
                <a:cs typeface="PingFang SC"/>
              </a:defRPr>
            </a:pPr>
            <a:r>
              <a:rPr sz="1050" b="0">
                <a:solidFill>
                  <a:srgbClr val="687287"/>
                </a:solidFill>
                <a:latin typeface="PingFang SC"/>
                <a:ea typeface="PingFang SC"/>
                <a:cs typeface="PingFang SC"/>
              </a:rPr>
              <a:t>多个角色分工协作</a:t>
            </a:r>
          </a:p>
        </p:txBody>
      </p:sp>
      <p:sp>
        <p:nvSpPr>
          <p:cNvPr id="47" name="text-0498">
            <a:extLst xmlns:a="http://schemas.openxmlformats.org/drawingml/2006/main">
              <a:ext uri="{FF2B5EF4-FFF2-40B4-BE49-F238E27FC236}">
                <a16:creationId xmlns:a16="http://schemas.microsoft.com/office/drawing/2014/main" id="{9FDA9AC6-7190-42F7-B583-2EF14AC5840B}"/>
              </a:ext>
            </a:extLst>
          </p:cNvPr>
          <p:cNvSpPr>
            <a:spLocks xmlns:a="http://schemas.openxmlformats.org/drawingml/2006/main" noGrp="1"/>
          </p:cNvSpPr>
          <p:nvPr/>
        </p:nvSpPr>
        <p:spPr>
          <a:xfrm xmlns:a="http://schemas.openxmlformats.org/drawingml/2006/main">
            <a:off x="6477000" y="33147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A74335"/>
                </a:solidFill>
                <a:latin typeface="PingFang SC"/>
                <a:ea typeface="PingFang SC"/>
                <a:cs typeface="PingFang SC"/>
              </a:defRPr>
            </a:pPr>
            <a:r>
              <a:rPr sz="1275" b="1">
                <a:solidFill>
                  <a:srgbClr val="A74335"/>
                </a:solidFill>
                <a:latin typeface="PingFang SC"/>
                <a:ea typeface="PingFang SC"/>
                <a:cs typeface="PingFang SC"/>
              </a:rPr>
              <a:t>或者</a:t>
            </a:r>
          </a:p>
        </p:txBody>
      </p:sp>
      <p:sp>
        <p:nvSpPr>
          <p:cNvPr id="48" name="rect-0499">
            <a:extLst xmlns:a="http://schemas.openxmlformats.org/drawingml/2006/main">
              <a:ext uri="{FF2B5EF4-FFF2-40B4-BE49-F238E27FC236}">
                <a16:creationId xmlns:a16="http://schemas.microsoft.com/office/drawing/2014/main" id="{09D2BB11-252F-45DF-A22E-631293A9AD98}"/>
              </a:ext>
            </a:extLst>
          </p:cNvPr>
          <p:cNvSpPr>
            <a:spLocks xmlns:a="http://schemas.openxmlformats.org/drawingml/2006/main" noGrp="1"/>
          </p:cNvSpPr>
          <p:nvPr/>
        </p:nvSpPr>
        <p:spPr>
          <a:xfrm xmlns:a="http://schemas.openxmlformats.org/drawingml/2006/main">
            <a:off x="5381625" y="3638550"/>
            <a:ext cx="2857500" cy="895350"/>
          </a:xfrm>
          <a:prstGeom xmlns:a="http://schemas.openxmlformats.org/drawingml/2006/main" prst="roundRect">
            <a:avLst>
              <a:gd name="adj" fmla="val 12766"/>
            </a:avLst>
          </a:prstGeom>
          <a:solidFill xmlns:a="http://schemas.openxmlformats.org/drawingml/2006/main">
            <a:srgbClr val="DCE9E3"/>
          </a:solidFill>
          <a:ln xmlns:a="http://schemas.openxmlformats.org/drawingml/2006/main" w="9525">
            <a:solidFill>
              <a:srgbClr val="3E6F61"/>
            </a:solidFill>
            <a:prstDash val="solid"/>
          </a:ln>
        </p:spPr>
      </p:sp>
      <p:sp>
        <p:nvSpPr>
          <p:cNvPr id="49" name="text-0500">
            <a:extLst xmlns:a="http://schemas.openxmlformats.org/drawingml/2006/main">
              <a:ext uri="{FF2B5EF4-FFF2-40B4-BE49-F238E27FC236}">
                <a16:creationId xmlns:a16="http://schemas.microsoft.com/office/drawing/2014/main" id="{6DD24C11-B8A5-42FF-8D1D-4D06271D7566}"/>
              </a:ext>
            </a:extLst>
          </p:cNvPr>
          <p:cNvSpPr>
            <a:spLocks xmlns:a="http://schemas.openxmlformats.org/drawingml/2006/main" noGrp="1"/>
          </p:cNvSpPr>
          <p:nvPr/>
        </p:nvSpPr>
        <p:spPr>
          <a:xfrm xmlns:a="http://schemas.openxmlformats.org/drawingml/2006/main">
            <a:off x="5619750" y="38290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3E6F61"/>
                </a:solidFill>
                <a:latin typeface="PingFang SC"/>
                <a:ea typeface="PingFang SC"/>
                <a:cs typeface="PingFang SC"/>
              </a:defRPr>
            </a:pPr>
            <a:r>
              <a:rPr sz="1725" b="1">
                <a:solidFill>
                  <a:srgbClr val="3E6F61"/>
                </a:solidFill>
                <a:latin typeface="PingFang SC"/>
                <a:ea typeface="PingFang SC"/>
                <a:cs typeface="PingFang SC"/>
              </a:rPr>
              <a:t>一个工作流</a:t>
            </a:r>
          </a:p>
        </p:txBody>
      </p:sp>
      <p:sp>
        <p:nvSpPr>
          <p:cNvPr id="50" name="text-0501">
            <a:extLst xmlns:a="http://schemas.openxmlformats.org/drawingml/2006/main">
              <a:ext uri="{FF2B5EF4-FFF2-40B4-BE49-F238E27FC236}">
                <a16:creationId xmlns:a16="http://schemas.microsoft.com/office/drawing/2014/main" id="{3F73A1FC-03B6-4816-8ACB-D66D9CF46C71}"/>
              </a:ext>
            </a:extLst>
          </p:cNvPr>
          <p:cNvSpPr>
            <a:spLocks xmlns:a="http://schemas.openxmlformats.org/drawingml/2006/main" noGrp="1"/>
          </p:cNvSpPr>
          <p:nvPr/>
        </p:nvSpPr>
        <p:spPr>
          <a:xfrm xmlns:a="http://schemas.openxmlformats.org/drawingml/2006/main">
            <a:off x="5619750" y="41624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87287"/>
                </a:solidFill>
                <a:latin typeface="PingFang SC"/>
                <a:ea typeface="PingFang SC"/>
                <a:cs typeface="PingFang SC"/>
              </a:defRPr>
            </a:pPr>
            <a:r>
              <a:rPr sz="1050" b="0">
                <a:solidFill>
                  <a:srgbClr val="687287"/>
                </a:solidFill>
                <a:latin typeface="PingFang SC"/>
                <a:ea typeface="PingFang SC"/>
                <a:cs typeface="PingFang SC"/>
              </a:rPr>
              <a:t>按流程串联多步任务</a:t>
            </a:r>
          </a:p>
        </p:txBody>
      </p:sp>
      <p:sp>
        <p:nvSpPr>
          <p:cNvPr id="51" name="text-0502">
            <a:extLst xmlns:a="http://schemas.openxmlformats.org/drawingml/2006/main">
              <a:ext uri="{FF2B5EF4-FFF2-40B4-BE49-F238E27FC236}">
                <a16:creationId xmlns:a16="http://schemas.microsoft.com/office/drawing/2014/main" id="{EA4E1B7C-47EA-4B62-BE69-9AA2D05A3D9B}"/>
              </a:ext>
            </a:extLst>
          </p:cNvPr>
          <p:cNvSpPr>
            <a:spLocks xmlns:a="http://schemas.openxmlformats.org/drawingml/2006/main" noGrp="1"/>
          </p:cNvSpPr>
          <p:nvPr/>
        </p:nvSpPr>
        <p:spPr>
          <a:xfrm xmlns:a="http://schemas.openxmlformats.org/drawingml/2006/main">
            <a:off x="8334375" y="3209925"/>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250" b="1">
                <a:solidFill>
                  <a:srgbClr val="A74335"/>
                </a:solidFill>
                <a:latin typeface="PingFang SC"/>
                <a:ea typeface="PingFang SC"/>
                <a:cs typeface="PingFang SC"/>
              </a:defRPr>
            </a:pPr>
            <a:r>
              <a:rPr sz="2250" b="1">
                <a:solidFill>
                  <a:srgbClr val="A74335"/>
                </a:solidFill>
                <a:latin typeface="PingFang SC"/>
                <a:ea typeface="PingFang SC"/>
                <a:cs typeface="PingFang SC"/>
              </a:rPr>
              <a:t>→</a:t>
            </a:r>
          </a:p>
        </p:txBody>
      </p:sp>
      <p:sp>
        <p:nvSpPr>
          <p:cNvPr id="52" name="rect-0503">
            <a:extLst xmlns:a="http://schemas.openxmlformats.org/drawingml/2006/main">
              <a:ext uri="{FF2B5EF4-FFF2-40B4-BE49-F238E27FC236}">
                <a16:creationId xmlns:a16="http://schemas.microsoft.com/office/drawing/2014/main" id="{74E55918-2A2E-433C-83A9-C62E806BC648}"/>
              </a:ext>
            </a:extLst>
          </p:cNvPr>
          <p:cNvSpPr>
            <a:spLocks xmlns:a="http://schemas.openxmlformats.org/drawingml/2006/main" noGrp="1"/>
          </p:cNvSpPr>
          <p:nvPr/>
        </p:nvSpPr>
        <p:spPr>
          <a:xfrm xmlns:a="http://schemas.openxmlformats.org/drawingml/2006/main">
            <a:off x="8858250" y="2714625"/>
            <a:ext cx="2647950" cy="1428750"/>
          </a:xfrm>
          <a:prstGeom xmlns:a="http://schemas.openxmlformats.org/drawingml/2006/main" prst="roundRect">
            <a:avLst>
              <a:gd name="adj" fmla="val 9333"/>
            </a:avLst>
          </a:prstGeom>
          <a:solidFill xmlns:a="http://schemas.openxmlformats.org/drawingml/2006/main">
            <a:srgbClr val="FFFDF8"/>
          </a:solidFill>
          <a:ln xmlns:a="http://schemas.openxmlformats.org/drawingml/2006/main" w="9525">
            <a:solidFill>
              <a:srgbClr val="D8D2C5"/>
            </a:solidFill>
            <a:prstDash val="solid"/>
          </a:ln>
        </p:spPr>
      </p:sp>
      <p:sp>
        <p:nvSpPr>
          <p:cNvPr id="53" name="rect-0504">
            <a:extLst xmlns:a="http://schemas.openxmlformats.org/drawingml/2006/main">
              <a:ext uri="{FF2B5EF4-FFF2-40B4-BE49-F238E27FC236}">
                <a16:creationId xmlns:a16="http://schemas.microsoft.com/office/drawing/2014/main" id="{FA6830D1-6033-4E65-93EE-0310F738B87C}"/>
              </a:ext>
            </a:extLst>
          </p:cNvPr>
          <p:cNvSpPr>
            <a:spLocks xmlns:a="http://schemas.openxmlformats.org/drawingml/2006/main" noGrp="1"/>
          </p:cNvSpPr>
          <p:nvPr/>
        </p:nvSpPr>
        <p:spPr>
          <a:xfrm xmlns:a="http://schemas.openxmlformats.org/drawingml/2006/main">
            <a:off x="8858250" y="2714625"/>
            <a:ext cx="2647950" cy="5715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54" name="text-0505">
            <a:extLst xmlns:a="http://schemas.openxmlformats.org/drawingml/2006/main">
              <a:ext uri="{FF2B5EF4-FFF2-40B4-BE49-F238E27FC236}">
                <a16:creationId xmlns:a16="http://schemas.microsoft.com/office/drawing/2014/main" id="{8E281BC1-EAE4-4D9E-876E-E40BE8B1DDF4}"/>
              </a:ext>
            </a:extLst>
          </p:cNvPr>
          <p:cNvSpPr>
            <a:spLocks xmlns:a="http://schemas.openxmlformats.org/drawingml/2006/main" noGrp="1"/>
          </p:cNvSpPr>
          <p:nvPr/>
        </p:nvSpPr>
        <p:spPr>
          <a:xfrm xmlns:a="http://schemas.openxmlformats.org/drawingml/2006/main">
            <a:off x="9048750" y="2981325"/>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82338"/>
                </a:solidFill>
                <a:latin typeface="PingFang SC"/>
                <a:ea typeface="PingFang SC"/>
                <a:cs typeface="PingFang SC"/>
              </a:defRPr>
            </a:pPr>
            <a:r>
              <a:rPr sz="1800" b="1">
                <a:solidFill>
                  <a:srgbClr val="182338"/>
                </a:solidFill>
                <a:latin typeface="PingFang SC"/>
                <a:ea typeface="PingFang SC"/>
                <a:cs typeface="PingFang SC"/>
              </a:rPr>
              <a:t>OPC的可能</a:t>
            </a:r>
          </a:p>
        </p:txBody>
      </p:sp>
      <p:sp>
        <p:nvSpPr>
          <p:cNvPr id="55" name="text-0506">
            <a:extLst xmlns:a="http://schemas.openxmlformats.org/drawingml/2006/main">
              <a:ext uri="{FF2B5EF4-FFF2-40B4-BE49-F238E27FC236}">
                <a16:creationId xmlns:a16="http://schemas.microsoft.com/office/drawing/2014/main" id="{8059FE66-1CA0-4F45-88BF-A2733A09A036}"/>
              </a:ext>
            </a:extLst>
          </p:cNvPr>
          <p:cNvSpPr>
            <a:spLocks xmlns:a="http://schemas.openxmlformats.org/drawingml/2006/main" noGrp="1"/>
          </p:cNvSpPr>
          <p:nvPr/>
        </p:nvSpPr>
        <p:spPr>
          <a:xfrm xmlns:a="http://schemas.openxmlformats.org/drawingml/2006/main">
            <a:off x="9048750" y="3495675"/>
            <a:ext cx="2266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200" b="0">
                <a:solidFill>
                  <a:srgbClr val="687287"/>
                </a:solidFill>
                <a:latin typeface="PingFang SC"/>
                <a:ea typeface="PingFang SC"/>
                <a:cs typeface="PingFang SC"/>
              </a:defRPr>
            </a:pPr>
            <a:r>
              <a:rPr sz="1200" b="0">
                <a:solidFill>
                  <a:srgbClr val="687287"/>
                </a:solidFill>
                <a:latin typeface="PingFang SC"/>
                <a:ea typeface="PingFang SC"/>
                <a:cs typeface="PingFang SC"/>
              </a:rPr>
              <a:t>一个人组织数字团队和外部资源经营业务。</a:t>
            </a:r>
          </a:p>
        </p:txBody>
      </p:sp>
      <p:sp>
        <p:nvSpPr>
          <p:cNvPr id="56" name="rect-0507">
            <a:extLst xmlns:a="http://schemas.openxmlformats.org/drawingml/2006/main">
              <a:ext uri="{FF2B5EF4-FFF2-40B4-BE49-F238E27FC236}">
                <a16:creationId xmlns:a16="http://schemas.microsoft.com/office/drawing/2014/main" id="{AB03E59F-9791-4764-8015-B16430320F36}"/>
              </a:ext>
            </a:extLst>
          </p:cNvPr>
          <p:cNvSpPr>
            <a:spLocks xmlns:a="http://schemas.openxmlformats.org/drawingml/2006/main" noGrp="1"/>
          </p:cNvSpPr>
          <p:nvPr/>
        </p:nvSpPr>
        <p:spPr>
          <a:xfrm xmlns:a="http://schemas.openxmlformats.org/drawingml/2006/main">
            <a:off x="685800" y="5381625"/>
            <a:ext cx="10820400" cy="800100"/>
          </a:xfrm>
          <a:prstGeom xmlns:a="http://schemas.openxmlformats.org/drawingml/2006/main" prst="rect">
            <a:avLst/>
          </a:prstGeom>
          <a:solidFill xmlns:a="http://schemas.openxmlformats.org/drawingml/2006/main">
            <a:srgbClr val="FFFDF8"/>
          </a:solidFill>
          <a:ln xmlns:a="http://schemas.openxmlformats.org/drawingml/2006/main" w="0">
            <a:solidFill>
              <a:srgbClr val="D8D2C5"/>
            </a:solidFill>
            <a:prstDash val="solid"/>
          </a:ln>
        </p:spPr>
      </p:sp>
      <p:sp>
        <p:nvSpPr>
          <p:cNvPr id="57" name="rect-0508">
            <a:extLst xmlns:a="http://schemas.openxmlformats.org/drawingml/2006/main">
              <a:ext uri="{FF2B5EF4-FFF2-40B4-BE49-F238E27FC236}">
                <a16:creationId xmlns:a16="http://schemas.microsoft.com/office/drawing/2014/main" id="{10D6FC61-282E-4426-912C-89F8CE5344B3}"/>
              </a:ext>
            </a:extLst>
          </p:cNvPr>
          <p:cNvSpPr>
            <a:spLocks xmlns:a="http://schemas.openxmlformats.org/drawingml/2006/main" noGrp="1"/>
          </p:cNvSpPr>
          <p:nvPr/>
        </p:nvSpPr>
        <p:spPr>
          <a:xfrm xmlns:a="http://schemas.openxmlformats.org/drawingml/2006/main">
            <a:off x="685800" y="5381625"/>
            <a:ext cx="57150" cy="80010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58" name="text-0509">
            <a:extLst xmlns:a="http://schemas.openxmlformats.org/drawingml/2006/main">
              <a:ext uri="{FF2B5EF4-FFF2-40B4-BE49-F238E27FC236}">
                <a16:creationId xmlns:a16="http://schemas.microsoft.com/office/drawing/2014/main" id="{90EEFFE9-A3E8-494E-922C-B8574AD6F362}"/>
              </a:ext>
            </a:extLst>
          </p:cNvPr>
          <p:cNvSpPr>
            <a:spLocks xmlns:a="http://schemas.openxmlformats.org/drawingml/2006/main" noGrp="1"/>
          </p:cNvSpPr>
          <p:nvPr/>
        </p:nvSpPr>
        <p:spPr>
          <a:xfrm xmlns:a="http://schemas.openxmlformats.org/drawingml/2006/main">
            <a:off x="933450" y="552450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2338"/>
                </a:solidFill>
                <a:latin typeface="PingFang SC"/>
                <a:ea typeface="PingFang SC"/>
                <a:cs typeface="PingFang SC"/>
              </a:defRPr>
            </a:pPr>
            <a:r>
              <a:rPr sz="1575" b="1">
                <a:solidFill>
                  <a:srgbClr val="182338"/>
                </a:solidFill>
                <a:latin typeface="PingFang SC"/>
                <a:ea typeface="PingFang SC"/>
                <a:cs typeface="PingFang SC"/>
              </a:rPr>
              <a:t>能调度多个Agent或者跑通一个工作流，只是组织雏形；客户、业务、责任、财务与合规不会自动出现。</a:t>
            </a:r>
          </a:p>
        </p:txBody>
      </p:sp>
    </p:spTree>
    <p:extLst>
      <p:ext uri="{BB962C8B-B14F-4D97-AF65-F5344CB8AC3E}">
        <p14:creationId xmlns:p14="http://schemas.microsoft.com/office/powerpoint/2010/main" val="1036385542"/>
      </p:ext>
    </p:extLst>
  </p:cSld>
</p:sld>
</file>

<file path=ppt/slides/slide1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5" name="rect-0510">
            <a:extLst xmlns:a="http://schemas.openxmlformats.org/drawingml/2006/main">
              <a:ext uri="{FF2B5EF4-FFF2-40B4-BE49-F238E27FC236}">
                <a16:creationId xmlns:a16="http://schemas.microsoft.com/office/drawing/2014/main" id="{298E4887-21F6-41F7-B09D-425BCFA61C5A}"/>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 name="rect-0511">
            <a:extLst xmlns:a="http://schemas.openxmlformats.org/drawingml/2006/main">
              <a:ext uri="{FF2B5EF4-FFF2-40B4-BE49-F238E27FC236}">
                <a16:creationId xmlns:a16="http://schemas.microsoft.com/office/drawing/2014/main" id="{DF9251E6-CD79-49EF-A423-D4B485DBF9EF}"/>
              </a:ext>
            </a:extLst>
          </p:cNvPr>
          <p:cNvSpPr>
            <a:spLocks xmlns:a="http://schemas.openxmlformats.org/drawingml/2006/main" noGrp="1"/>
          </p:cNvSpPr>
          <p:nvPr/>
        </p:nvSpPr>
        <p:spPr>
          <a:xfrm xmlns:a="http://schemas.openxmlformats.org/drawingml/2006/main">
            <a:off x="838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3" name="rect-0512">
            <a:extLst xmlns:a="http://schemas.openxmlformats.org/drawingml/2006/main">
              <a:ext uri="{FF2B5EF4-FFF2-40B4-BE49-F238E27FC236}">
                <a16:creationId xmlns:a16="http://schemas.microsoft.com/office/drawing/2014/main" id="{FD5149B6-CE34-4708-A45B-733F35F9F18C}"/>
              </a:ext>
            </a:extLst>
          </p:cNvPr>
          <p:cNvSpPr>
            <a:spLocks xmlns:a="http://schemas.openxmlformats.org/drawingml/2006/main" noGrp="1"/>
          </p:cNvSpPr>
          <p:nvPr/>
        </p:nvSpPr>
        <p:spPr>
          <a:xfrm xmlns:a="http://schemas.openxmlformats.org/drawingml/2006/main">
            <a:off x="1676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4" name="rect-0513">
            <a:extLst xmlns:a="http://schemas.openxmlformats.org/drawingml/2006/main">
              <a:ext uri="{FF2B5EF4-FFF2-40B4-BE49-F238E27FC236}">
                <a16:creationId xmlns:a16="http://schemas.microsoft.com/office/drawing/2014/main" id="{491DBCF0-D56B-43C9-B655-2E56EE83EFA5}"/>
              </a:ext>
            </a:extLst>
          </p:cNvPr>
          <p:cNvSpPr>
            <a:spLocks xmlns:a="http://schemas.openxmlformats.org/drawingml/2006/main" noGrp="1"/>
          </p:cNvSpPr>
          <p:nvPr/>
        </p:nvSpPr>
        <p:spPr>
          <a:xfrm xmlns:a="http://schemas.openxmlformats.org/drawingml/2006/main">
            <a:off x="2514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5" name="rect-0514">
            <a:extLst xmlns:a="http://schemas.openxmlformats.org/drawingml/2006/main">
              <a:ext uri="{FF2B5EF4-FFF2-40B4-BE49-F238E27FC236}">
                <a16:creationId xmlns:a16="http://schemas.microsoft.com/office/drawing/2014/main" id="{3545ED57-2CB5-45DA-AB17-C105F529E396}"/>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6" name="rect-0515">
            <a:extLst xmlns:a="http://schemas.openxmlformats.org/drawingml/2006/main">
              <a:ext uri="{FF2B5EF4-FFF2-40B4-BE49-F238E27FC236}">
                <a16:creationId xmlns:a16="http://schemas.microsoft.com/office/drawing/2014/main" id="{8A69ACF3-6A11-4ABA-A24D-F0E85496A7BA}"/>
              </a:ext>
            </a:extLst>
          </p:cNvPr>
          <p:cNvSpPr>
            <a:spLocks xmlns:a="http://schemas.openxmlformats.org/drawingml/2006/main" noGrp="1"/>
          </p:cNvSpPr>
          <p:nvPr/>
        </p:nvSpPr>
        <p:spPr>
          <a:xfrm xmlns:a="http://schemas.openxmlformats.org/drawingml/2006/main">
            <a:off x="4191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7" name="rect-0516">
            <a:extLst xmlns:a="http://schemas.openxmlformats.org/drawingml/2006/main">
              <a:ext uri="{FF2B5EF4-FFF2-40B4-BE49-F238E27FC236}">
                <a16:creationId xmlns:a16="http://schemas.microsoft.com/office/drawing/2014/main" id="{CDAD3EFC-1088-4835-8F26-006DA9057CFB}"/>
              </a:ext>
            </a:extLst>
          </p:cNvPr>
          <p:cNvSpPr>
            <a:spLocks xmlns:a="http://schemas.openxmlformats.org/drawingml/2006/main" noGrp="1"/>
          </p:cNvSpPr>
          <p:nvPr/>
        </p:nvSpPr>
        <p:spPr>
          <a:xfrm xmlns:a="http://schemas.openxmlformats.org/drawingml/2006/main">
            <a:off x="5029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8" name="rect-0517">
            <a:extLst xmlns:a="http://schemas.openxmlformats.org/drawingml/2006/main">
              <a:ext uri="{FF2B5EF4-FFF2-40B4-BE49-F238E27FC236}">
                <a16:creationId xmlns:a16="http://schemas.microsoft.com/office/drawing/2014/main" id="{BF89545D-2C7F-4114-B171-573094BAEFDE}"/>
              </a:ext>
            </a:extLst>
          </p:cNvPr>
          <p:cNvSpPr>
            <a:spLocks xmlns:a="http://schemas.openxmlformats.org/drawingml/2006/main" noGrp="1"/>
          </p:cNvSpPr>
          <p:nvPr/>
        </p:nvSpPr>
        <p:spPr>
          <a:xfrm xmlns:a="http://schemas.openxmlformats.org/drawingml/2006/main">
            <a:off x="5867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9" name="rect-0518">
            <a:extLst xmlns:a="http://schemas.openxmlformats.org/drawingml/2006/main">
              <a:ext uri="{FF2B5EF4-FFF2-40B4-BE49-F238E27FC236}">
                <a16:creationId xmlns:a16="http://schemas.microsoft.com/office/drawing/2014/main" id="{ED1A6E25-4878-4D82-8BAF-5A70367CC98B}"/>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0" name="rect-0519">
            <a:extLst xmlns:a="http://schemas.openxmlformats.org/drawingml/2006/main">
              <a:ext uri="{FF2B5EF4-FFF2-40B4-BE49-F238E27FC236}">
                <a16:creationId xmlns:a16="http://schemas.microsoft.com/office/drawing/2014/main" id="{D42BE2E5-BFEB-4D58-B8F1-650719042D09}"/>
              </a:ext>
            </a:extLst>
          </p:cNvPr>
          <p:cNvSpPr>
            <a:spLocks xmlns:a="http://schemas.openxmlformats.org/drawingml/2006/main" noGrp="1"/>
          </p:cNvSpPr>
          <p:nvPr/>
        </p:nvSpPr>
        <p:spPr>
          <a:xfrm xmlns:a="http://schemas.openxmlformats.org/drawingml/2006/main">
            <a:off x="7543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1" name="rect-0520">
            <a:extLst xmlns:a="http://schemas.openxmlformats.org/drawingml/2006/main">
              <a:ext uri="{FF2B5EF4-FFF2-40B4-BE49-F238E27FC236}">
                <a16:creationId xmlns:a16="http://schemas.microsoft.com/office/drawing/2014/main" id="{9668650F-476E-40BD-898C-AA6B87B85BBC}"/>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2" name="rect-0521">
            <a:extLst xmlns:a="http://schemas.openxmlformats.org/drawingml/2006/main">
              <a:ext uri="{FF2B5EF4-FFF2-40B4-BE49-F238E27FC236}">
                <a16:creationId xmlns:a16="http://schemas.microsoft.com/office/drawing/2014/main" id="{C3EDCA09-DD0D-48F4-AB41-E02D8CBCBFB8}"/>
              </a:ext>
            </a:extLst>
          </p:cNvPr>
          <p:cNvSpPr>
            <a:spLocks xmlns:a="http://schemas.openxmlformats.org/drawingml/2006/main" noGrp="1"/>
          </p:cNvSpPr>
          <p:nvPr/>
        </p:nvSpPr>
        <p:spPr>
          <a:xfrm xmlns:a="http://schemas.openxmlformats.org/drawingml/2006/main">
            <a:off x="9220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3" name="rect-0522">
            <a:extLst xmlns:a="http://schemas.openxmlformats.org/drawingml/2006/main">
              <a:ext uri="{FF2B5EF4-FFF2-40B4-BE49-F238E27FC236}">
                <a16:creationId xmlns:a16="http://schemas.microsoft.com/office/drawing/2014/main" id="{DF205332-4054-46A7-A4B6-581889ADFB7A}"/>
              </a:ext>
            </a:extLst>
          </p:cNvPr>
          <p:cNvSpPr>
            <a:spLocks xmlns:a="http://schemas.openxmlformats.org/drawingml/2006/main" noGrp="1"/>
          </p:cNvSpPr>
          <p:nvPr/>
        </p:nvSpPr>
        <p:spPr>
          <a:xfrm xmlns:a="http://schemas.openxmlformats.org/drawingml/2006/main">
            <a:off x="10058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4" name="rect-0523">
            <a:extLst xmlns:a="http://schemas.openxmlformats.org/drawingml/2006/main">
              <a:ext uri="{FF2B5EF4-FFF2-40B4-BE49-F238E27FC236}">
                <a16:creationId xmlns:a16="http://schemas.microsoft.com/office/drawing/2014/main" id="{B62864BF-14D8-44CC-A0E8-110006A7470C}"/>
              </a:ext>
            </a:extLst>
          </p:cNvPr>
          <p:cNvSpPr>
            <a:spLocks xmlns:a="http://schemas.openxmlformats.org/drawingml/2006/main" noGrp="1"/>
          </p:cNvSpPr>
          <p:nvPr/>
        </p:nvSpPr>
        <p:spPr>
          <a:xfrm xmlns:a="http://schemas.openxmlformats.org/drawingml/2006/main">
            <a:off x="10896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5" name="rect-0524">
            <a:extLst xmlns:a="http://schemas.openxmlformats.org/drawingml/2006/main">
              <a:ext uri="{FF2B5EF4-FFF2-40B4-BE49-F238E27FC236}">
                <a16:creationId xmlns:a16="http://schemas.microsoft.com/office/drawing/2014/main" id="{ECFB12E3-F554-4363-B61B-ADFF7D315EE6}"/>
              </a:ext>
            </a:extLst>
          </p:cNvPr>
          <p:cNvSpPr>
            <a:spLocks xmlns:a="http://schemas.openxmlformats.org/drawingml/2006/main" noGrp="1"/>
          </p:cNvSpPr>
          <p:nvPr/>
        </p:nvSpPr>
        <p:spPr>
          <a:xfrm xmlns:a="http://schemas.openxmlformats.org/drawingml/2006/main">
            <a:off x="11734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6" name="rect-0525">
            <a:extLst xmlns:a="http://schemas.openxmlformats.org/drawingml/2006/main">
              <a:ext uri="{FF2B5EF4-FFF2-40B4-BE49-F238E27FC236}">
                <a16:creationId xmlns:a16="http://schemas.microsoft.com/office/drawing/2014/main" id="{28D15E60-2B6D-43C7-A499-87A62128902F}"/>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7" name="rect-0526">
            <a:extLst xmlns:a="http://schemas.openxmlformats.org/drawingml/2006/main">
              <a:ext uri="{FF2B5EF4-FFF2-40B4-BE49-F238E27FC236}">
                <a16:creationId xmlns:a16="http://schemas.microsoft.com/office/drawing/2014/main" id="{A5BF7CE5-6C56-43E8-839D-0973B44EFCAB}"/>
              </a:ext>
            </a:extLst>
          </p:cNvPr>
          <p:cNvSpPr>
            <a:spLocks xmlns:a="http://schemas.openxmlformats.org/drawingml/2006/main" noGrp="1"/>
          </p:cNvSpPr>
          <p:nvPr/>
        </p:nvSpPr>
        <p:spPr>
          <a:xfrm xmlns:a="http://schemas.openxmlformats.org/drawingml/2006/main">
            <a:off x="0" y="838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8" name="rect-0527">
            <a:extLst xmlns:a="http://schemas.openxmlformats.org/drawingml/2006/main">
              <a:ext uri="{FF2B5EF4-FFF2-40B4-BE49-F238E27FC236}">
                <a16:creationId xmlns:a16="http://schemas.microsoft.com/office/drawing/2014/main" id="{28573912-4E19-47FF-85BF-B5032DAE1FA2}"/>
              </a:ext>
            </a:extLst>
          </p:cNvPr>
          <p:cNvSpPr>
            <a:spLocks xmlns:a="http://schemas.openxmlformats.org/drawingml/2006/main" noGrp="1"/>
          </p:cNvSpPr>
          <p:nvPr/>
        </p:nvSpPr>
        <p:spPr>
          <a:xfrm xmlns:a="http://schemas.openxmlformats.org/drawingml/2006/main">
            <a:off x="0" y="1676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9" name="rect-0528">
            <a:extLst xmlns:a="http://schemas.openxmlformats.org/drawingml/2006/main">
              <a:ext uri="{FF2B5EF4-FFF2-40B4-BE49-F238E27FC236}">
                <a16:creationId xmlns:a16="http://schemas.microsoft.com/office/drawing/2014/main" id="{42CD0AC2-B68F-4A97-BFDE-EF7DC88A653B}"/>
              </a:ext>
            </a:extLst>
          </p:cNvPr>
          <p:cNvSpPr>
            <a:spLocks xmlns:a="http://schemas.openxmlformats.org/drawingml/2006/main" noGrp="1"/>
          </p:cNvSpPr>
          <p:nvPr/>
        </p:nvSpPr>
        <p:spPr>
          <a:xfrm xmlns:a="http://schemas.openxmlformats.org/drawingml/2006/main">
            <a:off x="0" y="2514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0" name="rect-0529">
            <a:extLst xmlns:a="http://schemas.openxmlformats.org/drawingml/2006/main">
              <a:ext uri="{FF2B5EF4-FFF2-40B4-BE49-F238E27FC236}">
                <a16:creationId xmlns:a16="http://schemas.microsoft.com/office/drawing/2014/main" id="{F12A7C34-13CE-45BC-A5E7-EC93F5E54E87}"/>
              </a:ext>
            </a:extLst>
          </p:cNvPr>
          <p:cNvSpPr>
            <a:spLocks xmlns:a="http://schemas.openxmlformats.org/drawingml/2006/main" noGrp="1"/>
          </p:cNvSpPr>
          <p:nvPr/>
        </p:nvSpPr>
        <p:spPr>
          <a:xfrm xmlns:a="http://schemas.openxmlformats.org/drawingml/2006/main">
            <a:off x="0" y="33528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1" name="rect-0530">
            <a:extLst xmlns:a="http://schemas.openxmlformats.org/drawingml/2006/main">
              <a:ext uri="{FF2B5EF4-FFF2-40B4-BE49-F238E27FC236}">
                <a16:creationId xmlns:a16="http://schemas.microsoft.com/office/drawing/2014/main" id="{0F26C27A-3767-4E31-A2ED-97E6909367C3}"/>
              </a:ext>
            </a:extLst>
          </p:cNvPr>
          <p:cNvSpPr>
            <a:spLocks xmlns:a="http://schemas.openxmlformats.org/drawingml/2006/main" noGrp="1"/>
          </p:cNvSpPr>
          <p:nvPr/>
        </p:nvSpPr>
        <p:spPr>
          <a:xfrm xmlns:a="http://schemas.openxmlformats.org/drawingml/2006/main">
            <a:off x="0" y="41910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2" name="rect-0531">
            <a:extLst xmlns:a="http://schemas.openxmlformats.org/drawingml/2006/main">
              <a:ext uri="{FF2B5EF4-FFF2-40B4-BE49-F238E27FC236}">
                <a16:creationId xmlns:a16="http://schemas.microsoft.com/office/drawing/2014/main" id="{C4101E20-5169-4FFC-8344-8769AC6FB998}"/>
              </a:ext>
            </a:extLst>
          </p:cNvPr>
          <p:cNvSpPr>
            <a:spLocks xmlns:a="http://schemas.openxmlformats.org/drawingml/2006/main" noGrp="1"/>
          </p:cNvSpPr>
          <p:nvPr/>
        </p:nvSpPr>
        <p:spPr>
          <a:xfrm xmlns:a="http://schemas.openxmlformats.org/drawingml/2006/main">
            <a:off x="0" y="5029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3" name="rect-0532">
            <a:extLst xmlns:a="http://schemas.openxmlformats.org/drawingml/2006/main">
              <a:ext uri="{FF2B5EF4-FFF2-40B4-BE49-F238E27FC236}">
                <a16:creationId xmlns:a16="http://schemas.microsoft.com/office/drawing/2014/main" id="{D0D79D23-3669-4652-B260-51D383BAF70C}"/>
              </a:ext>
            </a:extLst>
          </p:cNvPr>
          <p:cNvSpPr>
            <a:spLocks xmlns:a="http://schemas.openxmlformats.org/drawingml/2006/main" noGrp="1"/>
          </p:cNvSpPr>
          <p:nvPr/>
        </p:nvSpPr>
        <p:spPr>
          <a:xfrm xmlns:a="http://schemas.openxmlformats.org/drawingml/2006/main">
            <a:off x="0" y="5867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4" name="rect-0533">
            <a:extLst xmlns:a="http://schemas.openxmlformats.org/drawingml/2006/main">
              <a:ext uri="{FF2B5EF4-FFF2-40B4-BE49-F238E27FC236}">
                <a16:creationId xmlns:a16="http://schemas.microsoft.com/office/drawing/2014/main" id="{1E2DE2EC-2736-4872-9C3D-61C1DC13F5F2}"/>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5" name="rect-0534">
            <a:extLst xmlns:a="http://schemas.openxmlformats.org/drawingml/2006/main">
              <a:ext uri="{FF2B5EF4-FFF2-40B4-BE49-F238E27FC236}">
                <a16:creationId xmlns:a16="http://schemas.microsoft.com/office/drawing/2014/main" id="{F057EE10-AB8C-4A08-9B63-C647373386BA}"/>
              </a:ext>
            </a:extLst>
          </p:cNvPr>
          <p:cNvSpPr>
            <a:spLocks xmlns:a="http://schemas.openxmlformats.org/drawingml/2006/main" noGrp="1"/>
          </p:cNvSpPr>
          <p:nvPr/>
        </p:nvSpPr>
        <p:spPr>
          <a:xfrm xmlns:a="http://schemas.openxmlformats.org/drawingml/2006/main">
            <a:off x="0" y="0"/>
            <a:ext cx="3171825" cy="7620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26" name="rect-0535">
            <a:extLst xmlns:a="http://schemas.openxmlformats.org/drawingml/2006/main">
              <a:ext uri="{FF2B5EF4-FFF2-40B4-BE49-F238E27FC236}">
                <a16:creationId xmlns:a16="http://schemas.microsoft.com/office/drawing/2014/main" id="{99875920-267F-47E5-B60D-4A8E82583B69}"/>
              </a:ext>
            </a:extLst>
          </p:cNvPr>
          <p:cNvSpPr>
            <a:spLocks xmlns:a="http://schemas.openxmlformats.org/drawingml/2006/main" noGrp="1"/>
          </p:cNvSpPr>
          <p:nvPr/>
        </p:nvSpPr>
        <p:spPr>
          <a:xfrm xmlns:a="http://schemas.openxmlformats.org/drawingml/2006/main">
            <a:off x="3171825" y="0"/>
            <a:ext cx="1952625" cy="76200"/>
          </a:xfrm>
          <a:prstGeom xmlns:a="http://schemas.openxmlformats.org/drawingml/2006/main" prst="rect">
            <a:avLst/>
          </a:prstGeom>
          <a:solidFill xmlns:a="http://schemas.openxmlformats.org/drawingml/2006/main">
            <a:srgbClr val="B8842F"/>
          </a:solidFill>
          <a:ln xmlns:a="http://schemas.openxmlformats.org/drawingml/2006/main" w="0">
            <a:noFill/>
            <a:prstDash val="solid"/>
          </a:ln>
        </p:spPr>
      </p:sp>
      <p:sp>
        <p:nvSpPr>
          <p:cNvPr id="27" name="rect-0536">
            <a:extLst xmlns:a="http://schemas.openxmlformats.org/drawingml/2006/main">
              <a:ext uri="{FF2B5EF4-FFF2-40B4-BE49-F238E27FC236}">
                <a16:creationId xmlns:a16="http://schemas.microsoft.com/office/drawing/2014/main" id="{59C57D2D-7144-4EA6-9ED9-B932FD3A3407}"/>
              </a:ext>
            </a:extLst>
          </p:cNvPr>
          <p:cNvSpPr>
            <a:spLocks xmlns:a="http://schemas.openxmlformats.org/drawingml/2006/main" noGrp="1"/>
          </p:cNvSpPr>
          <p:nvPr/>
        </p:nvSpPr>
        <p:spPr>
          <a:xfrm xmlns:a="http://schemas.openxmlformats.org/drawingml/2006/main">
            <a:off x="5124450" y="0"/>
            <a:ext cx="7067550" cy="76200"/>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pic>
        <p:nvPicPr>
          <p:cNvPr id="92" name=""/>
          <p:cNvPicPr>
            <a:picLocks xmlns:a="http://schemas.openxmlformats.org/drawingml/2006/main" noChangeAspect="1"/>
          </p:cNvPicPr>
          <p:nvPr/>
        </p:nvPicPr>
        <p:blipFill>
          <a:blip xmlns:r="http://schemas.openxmlformats.org/officeDocument/2006/relationships" xmlns:a="http://schemas.openxmlformats.org/drawingml/2006/main" r:embed="R64b6890f650a4903">
            <a:extLst>
              <a:ext uri="{96DAC541-7B7A-43D3-8B79-37D633B846F1}">
                <asvg:svgBlip xmlns:asvg="http://schemas.microsoft.com/office/drawing/2016/SVG/main" r:embed="Re96c3b988da04ac4"/>
              </a:ext>
            </a:extLst>
          </a:blip>
          <a:stretch xmlns:a="http://schemas.openxmlformats.org/drawingml/2006/main"/>
        </p:blipFill>
        <p:spPr>
          <a:xfrm xmlns:a="http://schemas.openxmlformats.org/drawingml/2006/main">
            <a:off x="9871043" y="289560"/>
            <a:ext cx="1863757" cy="539115"/>
          </a:xfrm>
          <a:prstGeom xmlns:a="http://schemas.openxmlformats.org/drawingml/2006/main" prst="rect">
            <a:avLst/>
          </a:prstGeom>
        </p:spPr>
      </p:pic>
      <p:sp>
        <p:nvSpPr>
          <p:cNvPr id="29" name="text-0537">
            <a:extLst xmlns:a="http://schemas.openxmlformats.org/drawingml/2006/main">
              <a:ext uri="{FF2B5EF4-FFF2-40B4-BE49-F238E27FC236}">
                <a16:creationId xmlns:a16="http://schemas.microsoft.com/office/drawing/2014/main" id="{EC254326-C61B-4C05-A5D4-15D86D9D23A3}"/>
              </a:ext>
            </a:extLst>
          </p:cNvPr>
          <p:cNvSpPr>
            <a:spLocks xmlns:a="http://schemas.openxmlformats.org/drawingml/2006/main" noGrp="1"/>
          </p:cNvSpPr>
          <p:nvPr/>
        </p:nvSpPr>
        <p:spPr>
          <a:xfrm xmlns:a="http://schemas.openxmlformats.org/drawingml/2006/main">
            <a:off x="685800" y="6572250"/>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87287"/>
                </a:solidFill>
                <a:latin typeface="PingFang SC"/>
                <a:ea typeface="PingFang SC"/>
                <a:cs typeface="PingFang SC"/>
              </a:defRPr>
            </a:pPr>
            <a:r>
              <a:rPr sz="825" b="0">
                <a:solidFill>
                  <a:srgbClr val="687287"/>
                </a:solidFill>
                <a:latin typeface="PingFang SC"/>
                <a:ea typeface="PingFang SC"/>
                <a:cs typeface="PingFang SC"/>
              </a:rPr>
              <a:t>开放东方 · AI使用培训</a:t>
            </a:r>
          </a:p>
        </p:txBody>
      </p:sp>
      <p:sp>
        <p:nvSpPr>
          <p:cNvPr id="30" name="text-0538">
            <a:extLst xmlns:a="http://schemas.openxmlformats.org/drawingml/2006/main">
              <a:ext uri="{FF2B5EF4-FFF2-40B4-BE49-F238E27FC236}">
                <a16:creationId xmlns:a16="http://schemas.microsoft.com/office/drawing/2014/main" id="{87E68A44-C65B-47B7-9BBB-80207ABFFF77}"/>
              </a:ext>
            </a:extLst>
          </p:cNvPr>
          <p:cNvSpPr>
            <a:spLocks xmlns:a="http://schemas.openxmlformats.org/drawingml/2006/main" noGrp="1"/>
          </p:cNvSpPr>
          <p:nvPr/>
        </p:nvSpPr>
        <p:spPr>
          <a:xfrm xmlns:a="http://schemas.openxmlformats.org/drawingml/2006/main">
            <a:off x="11239500" y="65151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A74335"/>
                </a:solidFill>
                <a:latin typeface="PingFang SC"/>
                <a:ea typeface="PingFang SC"/>
                <a:cs typeface="PingFang SC"/>
              </a:defRPr>
            </a:pPr>
            <a:r>
              <a:rPr sz="975" b="1">
                <a:solidFill>
                  <a:srgbClr val="A74335"/>
                </a:solidFill>
                <a:latin typeface="PingFang SC"/>
                <a:ea typeface="PingFang SC"/>
                <a:cs typeface="PingFang SC"/>
              </a:rPr>
              <a:t>10</a:t>
            </a:r>
          </a:p>
        </p:txBody>
      </p:sp>
      <p:sp>
        <p:nvSpPr>
          <p:cNvPr id="31" name="rect-0539">
            <a:extLst xmlns:a="http://schemas.openxmlformats.org/drawingml/2006/main">
              <a:ext uri="{FF2B5EF4-FFF2-40B4-BE49-F238E27FC236}">
                <a16:creationId xmlns:a16="http://schemas.microsoft.com/office/drawing/2014/main" id="{6880847A-C845-49F0-812E-8E59B706B0F6}"/>
              </a:ext>
            </a:extLst>
          </p:cNvPr>
          <p:cNvSpPr>
            <a:spLocks xmlns:a="http://schemas.openxmlformats.org/drawingml/2006/main" noGrp="1"/>
          </p:cNvSpPr>
          <p:nvPr/>
        </p:nvSpPr>
        <p:spPr>
          <a:xfrm xmlns:a="http://schemas.openxmlformats.org/drawingml/2006/main">
            <a:off x="685800" y="619125"/>
            <a:ext cx="323850" cy="28575"/>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32" name="text-0540">
            <a:extLst xmlns:a="http://schemas.openxmlformats.org/drawingml/2006/main">
              <a:ext uri="{FF2B5EF4-FFF2-40B4-BE49-F238E27FC236}">
                <a16:creationId xmlns:a16="http://schemas.microsoft.com/office/drawing/2014/main" id="{EF9E63B7-5B58-4500-828F-129498A101FB}"/>
              </a:ext>
            </a:extLst>
          </p:cNvPr>
          <p:cNvSpPr>
            <a:spLocks xmlns:a="http://schemas.openxmlformats.org/drawingml/2006/main" noGrp="1"/>
          </p:cNvSpPr>
          <p:nvPr/>
        </p:nvSpPr>
        <p:spPr>
          <a:xfrm xmlns:a="http://schemas.openxmlformats.org/drawingml/2006/main">
            <a:off x="1123950" y="504825"/>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335"/>
                </a:solidFill>
                <a:latin typeface="PingFang SC"/>
                <a:ea typeface="PingFang SC"/>
                <a:cs typeface="PingFang SC"/>
              </a:defRPr>
            </a:pPr>
            <a:r>
              <a:rPr sz="1125" b="1">
                <a:solidFill>
                  <a:srgbClr val="A74335"/>
                </a:solidFill>
                <a:latin typeface="PingFang SC"/>
                <a:ea typeface="PingFang SC"/>
                <a:cs typeface="PingFang SC"/>
              </a:rPr>
              <a:t>09 · 开放东方在做什么</a:t>
            </a:r>
          </a:p>
        </p:txBody>
      </p:sp>
      <p:sp>
        <p:nvSpPr>
          <p:cNvPr id="33" name="text-0541">
            <a:extLst xmlns:a="http://schemas.openxmlformats.org/drawingml/2006/main">
              <a:ext uri="{FF2B5EF4-FFF2-40B4-BE49-F238E27FC236}">
                <a16:creationId xmlns:a16="http://schemas.microsoft.com/office/drawing/2014/main" id="{442CAFB1-5497-487D-B612-7B25238095FA}"/>
              </a:ext>
            </a:extLst>
          </p:cNvPr>
          <p:cNvSpPr>
            <a:spLocks xmlns:a="http://schemas.openxmlformats.org/drawingml/2006/main" noGrp="1"/>
          </p:cNvSpPr>
          <p:nvPr/>
        </p:nvSpPr>
        <p:spPr>
          <a:xfrm xmlns:a="http://schemas.openxmlformats.org/drawingml/2006/main">
            <a:off x="685800" y="981075"/>
            <a:ext cx="108204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517"/>
          </a:bodyPr>
          <a:lstStyle xmlns:a="http://schemas.openxmlformats.org/drawingml/2006/main"/>
          <a:p xmlns:a="http://schemas.openxmlformats.org/drawingml/2006/main">
            <a:pPr algn="l">
              <a:lnSpc>
                <a:spcPct val="95000"/>
              </a:lnSpc>
              <a:buNone/>
              <a:defRPr sz="3375" b="1">
                <a:solidFill>
                  <a:srgbClr val="182338"/>
                </a:solidFill>
                <a:latin typeface="Songti SC"/>
                <a:ea typeface="Songti SC"/>
                <a:cs typeface="Songti SC"/>
              </a:defRPr>
            </a:pPr>
            <a:r>
              <a:rPr sz="3375" b="1">
                <a:solidFill>
                  <a:srgbClr val="182338"/>
                </a:solidFill>
                <a:latin typeface="Songti SC"/>
                <a:ea typeface="Songti SC"/>
                <a:cs typeface="Songti SC"/>
              </a:rPr>
              <a:t>把“会回答的AI”，</a:t>
            </a:r>
          </a:p>
          <a:p xmlns:a="http://schemas.openxmlformats.org/drawingml/2006/main">
            <a:pPr algn="l">
              <a:lnSpc>
                <a:spcPct val="95000"/>
              </a:lnSpc>
              <a:buNone/>
              <a:defRPr sz="3375" b="1">
                <a:solidFill>
                  <a:srgbClr val="182338"/>
                </a:solidFill>
                <a:latin typeface="Songti SC"/>
                <a:ea typeface="Songti SC"/>
                <a:cs typeface="Songti SC"/>
              </a:defRPr>
            </a:pPr>
            <a:r>
              <a:rPr sz="3375" b="1">
                <a:solidFill>
                  <a:srgbClr val="182338"/>
                </a:solidFill>
                <a:latin typeface="Songti SC"/>
                <a:ea typeface="Songti SC"/>
                <a:cs typeface="Songti SC"/>
              </a:rPr>
              <a:t>变成“能办事的数字团队”</a:t>
            </a:r>
          </a:p>
        </p:txBody>
      </p:sp>
      <p:sp>
        <p:nvSpPr>
          <p:cNvPr id="34" name="rect-0542">
            <a:extLst xmlns:a="http://schemas.openxmlformats.org/drawingml/2006/main">
              <a:ext uri="{FF2B5EF4-FFF2-40B4-BE49-F238E27FC236}">
                <a16:creationId xmlns:a16="http://schemas.microsoft.com/office/drawing/2014/main" id="{3AA97913-02F8-47E1-A2FC-9F5F6A0000DC}"/>
              </a:ext>
            </a:extLst>
          </p:cNvPr>
          <p:cNvSpPr>
            <a:spLocks xmlns:a="http://schemas.openxmlformats.org/drawingml/2006/main" noGrp="1"/>
          </p:cNvSpPr>
          <p:nvPr/>
        </p:nvSpPr>
        <p:spPr>
          <a:xfrm xmlns:a="http://schemas.openxmlformats.org/drawingml/2006/main">
            <a:off x="685800" y="1924050"/>
            <a:ext cx="10820400" cy="342900"/>
          </a:xfrm>
          <a:prstGeom xmlns:a="http://schemas.openxmlformats.org/drawingml/2006/main" prst="rect">
            <a:avLst/>
          </a:prstGeom>
          <a:solidFill xmlns:a="http://schemas.openxmlformats.org/drawingml/2006/main">
            <a:srgbClr val="DCE8EF"/>
          </a:solidFill>
          <a:ln xmlns:a="http://schemas.openxmlformats.org/drawingml/2006/main" w="9525">
            <a:solidFill>
              <a:srgbClr val="2F5F83"/>
            </a:solidFill>
            <a:prstDash val="solid"/>
          </a:ln>
        </p:spPr>
      </p:sp>
      <p:sp>
        <p:nvSpPr>
          <p:cNvPr id="35" name="text-0543">
            <a:extLst xmlns:a="http://schemas.openxmlformats.org/drawingml/2006/main">
              <a:ext uri="{FF2B5EF4-FFF2-40B4-BE49-F238E27FC236}">
                <a16:creationId xmlns:a16="http://schemas.microsoft.com/office/drawing/2014/main" id="{A47FA934-B73F-40B1-8690-A6CEC64491EB}"/>
              </a:ext>
            </a:extLst>
          </p:cNvPr>
          <p:cNvSpPr>
            <a:spLocks xmlns:a="http://schemas.openxmlformats.org/drawingml/2006/main" noGrp="1"/>
          </p:cNvSpPr>
          <p:nvPr/>
        </p:nvSpPr>
        <p:spPr>
          <a:xfrm xmlns:a="http://schemas.openxmlformats.org/drawingml/2006/main">
            <a:off x="685800" y="200025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2F5F83"/>
                </a:solidFill>
                <a:latin typeface="PingFang SC"/>
                <a:ea typeface="PingFang SC"/>
                <a:cs typeface="PingFang SC"/>
              </a:defRPr>
            </a:pPr>
            <a:r>
              <a:rPr sz="1050" b="1">
                <a:solidFill>
                  <a:srgbClr val="2F5F83"/>
                </a:solidFill>
                <a:latin typeface="PingFang SC"/>
                <a:ea typeface="PingFang SC"/>
                <a:cs typeface="PingFang SC"/>
              </a:rPr>
              <a:t>业务任务进入</a:t>
            </a:r>
          </a:p>
        </p:txBody>
      </p:sp>
      <p:sp>
        <p:nvSpPr>
          <p:cNvPr id="36" name="rect-0544">
            <a:extLst xmlns:a="http://schemas.openxmlformats.org/drawingml/2006/main">
              <a:ext uri="{FF2B5EF4-FFF2-40B4-BE49-F238E27FC236}">
                <a16:creationId xmlns:a16="http://schemas.microsoft.com/office/drawing/2014/main" id="{C98292CB-3B35-4961-A4EC-AECC524664D9}"/>
              </a:ext>
            </a:extLst>
          </p:cNvPr>
          <p:cNvSpPr>
            <a:spLocks xmlns:a="http://schemas.openxmlformats.org/drawingml/2006/main" noGrp="1"/>
          </p:cNvSpPr>
          <p:nvPr/>
        </p:nvSpPr>
        <p:spPr>
          <a:xfrm xmlns:a="http://schemas.openxmlformats.org/drawingml/2006/main">
            <a:off x="685800" y="2400300"/>
            <a:ext cx="3486150" cy="2571750"/>
          </a:xfrm>
          <a:prstGeom xmlns:a="http://schemas.openxmlformats.org/drawingml/2006/main" prst="rect">
            <a:avLst/>
          </a:prstGeom>
          <a:solidFill xmlns:a="http://schemas.openxmlformats.org/drawingml/2006/main">
            <a:srgbClr val="FFFDF8"/>
          </a:solidFill>
          <a:ln xmlns:a="http://schemas.openxmlformats.org/drawingml/2006/main" w="9525">
            <a:solidFill>
              <a:srgbClr val="D8D2C5"/>
            </a:solidFill>
            <a:prstDash val="solid"/>
          </a:ln>
        </p:spPr>
      </p:sp>
      <p:sp>
        <p:nvSpPr>
          <p:cNvPr id="37" name="rect-0545">
            <a:extLst xmlns:a="http://schemas.openxmlformats.org/drawingml/2006/main">
              <a:ext uri="{FF2B5EF4-FFF2-40B4-BE49-F238E27FC236}">
                <a16:creationId xmlns:a16="http://schemas.microsoft.com/office/drawing/2014/main" id="{6C351D2F-F1E7-4AD1-83D2-D4142516E4B5}"/>
              </a:ext>
            </a:extLst>
          </p:cNvPr>
          <p:cNvSpPr>
            <a:spLocks xmlns:a="http://schemas.openxmlformats.org/drawingml/2006/main" noGrp="1"/>
          </p:cNvSpPr>
          <p:nvPr/>
        </p:nvSpPr>
        <p:spPr>
          <a:xfrm xmlns:a="http://schemas.openxmlformats.org/drawingml/2006/main">
            <a:off x="685800" y="2400300"/>
            <a:ext cx="3486150" cy="57150"/>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sp>
        <p:nvSpPr>
          <p:cNvPr id="38" name="text-0546">
            <a:extLst xmlns:a="http://schemas.openxmlformats.org/drawingml/2006/main">
              <a:ext uri="{FF2B5EF4-FFF2-40B4-BE49-F238E27FC236}">
                <a16:creationId xmlns:a16="http://schemas.microsoft.com/office/drawing/2014/main" id="{F7B6D435-2E67-402B-9571-6CBE83FE7714}"/>
              </a:ext>
            </a:extLst>
          </p:cNvPr>
          <p:cNvSpPr>
            <a:spLocks xmlns:a="http://schemas.openxmlformats.org/drawingml/2006/main" noGrp="1"/>
          </p:cNvSpPr>
          <p:nvPr/>
        </p:nvSpPr>
        <p:spPr>
          <a:xfrm xmlns:a="http://schemas.openxmlformats.org/drawingml/2006/main">
            <a:off x="876300" y="26479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F5F83"/>
                </a:solidFill>
                <a:latin typeface="PingFang SC"/>
                <a:ea typeface="PingFang SC"/>
                <a:cs typeface="PingFang SC"/>
              </a:defRPr>
            </a:pPr>
            <a:r>
              <a:rPr sz="975" b="1">
                <a:solidFill>
                  <a:srgbClr val="2F5F83"/>
                </a:solidFill>
                <a:latin typeface="PingFang SC"/>
                <a:ea typeface="PingFang SC"/>
                <a:cs typeface="PingFang SC"/>
              </a:rPr>
              <a:t>01 · 大模型</a:t>
            </a:r>
          </a:p>
        </p:txBody>
      </p:sp>
      <p:sp>
        <p:nvSpPr>
          <p:cNvPr id="39" name="text-0547">
            <a:extLst xmlns:a="http://schemas.openxmlformats.org/drawingml/2006/main">
              <a:ext uri="{FF2B5EF4-FFF2-40B4-BE49-F238E27FC236}">
                <a16:creationId xmlns:a16="http://schemas.microsoft.com/office/drawing/2014/main" id="{3069BBAE-6813-48A8-BDD0-6F9F6C466F2E}"/>
              </a:ext>
            </a:extLst>
          </p:cNvPr>
          <p:cNvSpPr>
            <a:spLocks xmlns:a="http://schemas.openxmlformats.org/drawingml/2006/main" noGrp="1"/>
          </p:cNvSpPr>
          <p:nvPr/>
        </p:nvSpPr>
        <p:spPr>
          <a:xfrm xmlns:a="http://schemas.openxmlformats.org/drawingml/2006/main">
            <a:off x="876300" y="3009900"/>
            <a:ext cx="304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82338"/>
                </a:solidFill>
                <a:latin typeface="PingFang SC"/>
                <a:ea typeface="PingFang SC"/>
                <a:cs typeface="PingFang SC"/>
              </a:defRPr>
            </a:pPr>
            <a:r>
              <a:rPr sz="1725" b="1">
                <a:solidFill>
                  <a:srgbClr val="182338"/>
                </a:solidFill>
                <a:latin typeface="PingFang SC"/>
                <a:ea typeface="PingFang SC"/>
                <a:cs typeface="PingFang SC"/>
              </a:rPr>
              <a:t>通用大脑</a:t>
            </a:r>
          </a:p>
        </p:txBody>
      </p:sp>
      <p:sp>
        <p:nvSpPr>
          <p:cNvPr id="40" name="text-0548">
            <a:extLst xmlns:a="http://schemas.openxmlformats.org/drawingml/2006/main">
              <a:ext uri="{FF2B5EF4-FFF2-40B4-BE49-F238E27FC236}">
                <a16:creationId xmlns:a16="http://schemas.microsoft.com/office/drawing/2014/main" id="{6F2E10E2-9FD2-4955-82A7-B0A3900DFC96}"/>
              </a:ext>
            </a:extLst>
          </p:cNvPr>
          <p:cNvSpPr>
            <a:spLocks xmlns:a="http://schemas.openxmlformats.org/drawingml/2006/main" noGrp="1"/>
          </p:cNvSpPr>
          <p:nvPr/>
        </p:nvSpPr>
        <p:spPr>
          <a:xfrm xmlns:a="http://schemas.openxmlformats.org/drawingml/2006/main">
            <a:off x="876300" y="34099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A74335"/>
                </a:solidFill>
                <a:latin typeface="Songti SC"/>
                <a:ea typeface="Songti SC"/>
                <a:cs typeface="Songti SC"/>
              </a:defRPr>
            </a:pPr>
            <a:r>
              <a:rPr sz="2325" b="1">
                <a:solidFill>
                  <a:srgbClr val="A74335"/>
                </a:solidFill>
                <a:latin typeface="Songti SC"/>
                <a:ea typeface="Songti SC"/>
                <a:cs typeface="Songti SC"/>
              </a:rPr>
              <a:t>会思考</a:t>
            </a:r>
          </a:p>
        </p:txBody>
      </p:sp>
      <p:sp>
        <p:nvSpPr>
          <p:cNvPr id="41" name="text-0549">
            <a:extLst xmlns:a="http://schemas.openxmlformats.org/drawingml/2006/main">
              <a:ext uri="{FF2B5EF4-FFF2-40B4-BE49-F238E27FC236}">
                <a16:creationId xmlns:a16="http://schemas.microsoft.com/office/drawing/2014/main" id="{B1777E0D-080D-4A00-8423-1CEF0D3C835E}"/>
              </a:ext>
            </a:extLst>
          </p:cNvPr>
          <p:cNvSpPr>
            <a:spLocks xmlns:a="http://schemas.openxmlformats.org/drawingml/2006/main" noGrp="1"/>
          </p:cNvSpPr>
          <p:nvPr/>
        </p:nvSpPr>
        <p:spPr>
          <a:xfrm xmlns:a="http://schemas.openxmlformats.org/drawingml/2006/main">
            <a:off x="876300" y="3943350"/>
            <a:ext cx="304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050" b="0">
                <a:solidFill>
                  <a:srgbClr val="687287"/>
                </a:solidFill>
                <a:latin typeface="PingFang SC"/>
                <a:ea typeface="PingFang SC"/>
                <a:cs typeface="PingFang SC"/>
              </a:defRPr>
            </a:pPr>
            <a:r>
              <a:rPr sz="1050" b="0">
                <a:solidFill>
                  <a:srgbClr val="687287"/>
                </a:solidFill>
                <a:latin typeface="PingFang SC"/>
                <a:ea typeface="PingFang SC"/>
                <a:cs typeface="PingFang SC"/>
              </a:rPr>
              <a:t>理解 · 分析 · 推理 · 生成</a:t>
            </a:r>
          </a:p>
          <a:p xmlns:a="http://schemas.openxmlformats.org/drawingml/2006/main">
            <a:pPr algn="l">
              <a:lnSpc>
                <a:spcPct val="115000"/>
              </a:lnSpc>
              <a:buNone/>
              <a:defRPr sz="1050" b="0">
                <a:solidFill>
                  <a:srgbClr val="687287"/>
                </a:solidFill>
                <a:latin typeface="PingFang SC"/>
                <a:ea typeface="PingFang SC"/>
                <a:cs typeface="PingFang SC"/>
              </a:defRPr>
            </a:pPr>
            <a:r>
              <a:rPr sz="1050" b="0">
                <a:solidFill>
                  <a:srgbClr val="687287"/>
                </a:solidFill>
                <a:latin typeface="PingFang SC"/>
                <a:ea typeface="PingFang SC"/>
                <a:cs typeface="PingFang SC"/>
              </a:rPr>
              <a:t>懂通用知识，擅长回答问题</a:t>
            </a:r>
          </a:p>
          <a:p xmlns:a="http://schemas.openxmlformats.org/drawingml/2006/main">
            <a:pPr algn="l">
              <a:lnSpc>
                <a:spcPct val="115000"/>
              </a:lnSpc>
              <a:buNone/>
              <a:defRPr sz="1050" b="0">
                <a:solidFill>
                  <a:srgbClr val="687287"/>
                </a:solidFill>
                <a:latin typeface="PingFang SC"/>
                <a:ea typeface="PingFang SC"/>
                <a:cs typeface="PingFang SC"/>
              </a:defRPr>
            </a:pPr>
            <a:r>
              <a:rPr sz="1050" b="0">
                <a:solidFill>
                  <a:srgbClr val="687287"/>
                </a:solidFill>
                <a:latin typeface="PingFang SC"/>
                <a:ea typeface="PingFang SC"/>
                <a:cs typeface="PingFang SC"/>
              </a:rPr>
              <a:t>不会主动进入业务系统做事</a:t>
            </a:r>
          </a:p>
        </p:txBody>
      </p:sp>
      <p:sp>
        <p:nvSpPr>
          <p:cNvPr id="42" name="rect-0550">
            <a:extLst xmlns:a="http://schemas.openxmlformats.org/drawingml/2006/main">
              <a:ext uri="{FF2B5EF4-FFF2-40B4-BE49-F238E27FC236}">
                <a16:creationId xmlns:a16="http://schemas.microsoft.com/office/drawing/2014/main" id="{405176FC-949B-415D-9A05-681742DC1BAC}"/>
              </a:ext>
            </a:extLst>
          </p:cNvPr>
          <p:cNvSpPr>
            <a:spLocks xmlns:a="http://schemas.openxmlformats.org/drawingml/2006/main" noGrp="1"/>
          </p:cNvSpPr>
          <p:nvPr/>
        </p:nvSpPr>
        <p:spPr>
          <a:xfrm xmlns:a="http://schemas.openxmlformats.org/drawingml/2006/main">
            <a:off x="876300" y="4648200"/>
            <a:ext cx="3105150" cy="257175"/>
          </a:xfrm>
          <a:prstGeom xmlns:a="http://schemas.openxmlformats.org/drawingml/2006/main" prst="roundRect">
            <a:avLst>
              <a:gd name="adj" fmla="val 50000"/>
            </a:avLst>
          </a:prstGeom>
          <a:solidFill xmlns:a="http://schemas.openxmlformats.org/drawingml/2006/main">
            <a:srgbClr val="F5F1E8"/>
          </a:solidFill>
          <a:ln xmlns:a="http://schemas.openxmlformats.org/drawingml/2006/main" w="9525">
            <a:solidFill>
              <a:srgbClr val="2F5F83"/>
            </a:solidFill>
            <a:prstDash val="solid"/>
          </a:ln>
        </p:spPr>
      </p:sp>
      <p:sp>
        <p:nvSpPr>
          <p:cNvPr id="43" name="text-0551">
            <a:extLst xmlns:a="http://schemas.openxmlformats.org/drawingml/2006/main">
              <a:ext uri="{FF2B5EF4-FFF2-40B4-BE49-F238E27FC236}">
                <a16:creationId xmlns:a16="http://schemas.microsoft.com/office/drawing/2014/main" id="{DAB1BB23-F969-452A-A8CF-5E9ABDC8FCB4}"/>
              </a:ext>
            </a:extLst>
          </p:cNvPr>
          <p:cNvSpPr>
            <a:spLocks xmlns:a="http://schemas.openxmlformats.org/drawingml/2006/main" noGrp="1"/>
          </p:cNvSpPr>
          <p:nvPr/>
        </p:nvSpPr>
        <p:spPr>
          <a:xfrm xmlns:a="http://schemas.openxmlformats.org/drawingml/2006/main">
            <a:off x="876300" y="4695825"/>
            <a:ext cx="31051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2F5F83"/>
                </a:solidFill>
                <a:latin typeface="PingFang SC"/>
                <a:ea typeface="PingFang SC"/>
                <a:cs typeface="PingFang SC"/>
              </a:defRPr>
            </a:pPr>
            <a:r>
              <a:rPr sz="900" b="1">
                <a:solidFill>
                  <a:srgbClr val="2F5F83"/>
                </a:solidFill>
                <a:latin typeface="PingFang SC"/>
                <a:ea typeface="PingFang SC"/>
                <a:cs typeface="PingFang SC"/>
              </a:rPr>
              <a:t>会回答问题</a:t>
            </a:r>
          </a:p>
        </p:txBody>
      </p:sp>
      <p:sp>
        <p:nvSpPr>
          <p:cNvPr id="44" name="rect-0552">
            <a:extLst xmlns:a="http://schemas.openxmlformats.org/drawingml/2006/main">
              <a:ext uri="{FF2B5EF4-FFF2-40B4-BE49-F238E27FC236}">
                <a16:creationId xmlns:a16="http://schemas.microsoft.com/office/drawing/2014/main" id="{C3C790AE-CB63-4CF4-BF72-673447700AE7}"/>
              </a:ext>
            </a:extLst>
          </p:cNvPr>
          <p:cNvSpPr>
            <a:spLocks xmlns:a="http://schemas.openxmlformats.org/drawingml/2006/main" noGrp="1"/>
          </p:cNvSpPr>
          <p:nvPr/>
        </p:nvSpPr>
        <p:spPr>
          <a:xfrm xmlns:a="http://schemas.openxmlformats.org/drawingml/2006/main">
            <a:off x="4324350" y="2400300"/>
            <a:ext cx="3486150" cy="2571750"/>
          </a:xfrm>
          <a:prstGeom xmlns:a="http://schemas.openxmlformats.org/drawingml/2006/main" prst="rect">
            <a:avLst/>
          </a:prstGeom>
          <a:solidFill xmlns:a="http://schemas.openxmlformats.org/drawingml/2006/main">
            <a:srgbClr val="FFFDF8"/>
          </a:solidFill>
          <a:ln xmlns:a="http://schemas.openxmlformats.org/drawingml/2006/main" w="9525">
            <a:solidFill>
              <a:srgbClr val="D8D2C5"/>
            </a:solidFill>
            <a:prstDash val="solid"/>
          </a:ln>
        </p:spPr>
      </p:sp>
      <p:sp>
        <p:nvSpPr>
          <p:cNvPr id="45" name="rect-0553">
            <a:extLst xmlns:a="http://schemas.openxmlformats.org/drawingml/2006/main">
              <a:ext uri="{FF2B5EF4-FFF2-40B4-BE49-F238E27FC236}">
                <a16:creationId xmlns:a16="http://schemas.microsoft.com/office/drawing/2014/main" id="{D8299C07-0D62-46B6-BECF-C5612BE67D67}"/>
              </a:ext>
            </a:extLst>
          </p:cNvPr>
          <p:cNvSpPr>
            <a:spLocks xmlns:a="http://schemas.openxmlformats.org/drawingml/2006/main" noGrp="1"/>
          </p:cNvSpPr>
          <p:nvPr/>
        </p:nvSpPr>
        <p:spPr>
          <a:xfrm xmlns:a="http://schemas.openxmlformats.org/drawingml/2006/main">
            <a:off x="4324350" y="2400300"/>
            <a:ext cx="3486150" cy="57150"/>
          </a:xfrm>
          <a:prstGeom xmlns:a="http://schemas.openxmlformats.org/drawingml/2006/main" prst="rect">
            <a:avLst/>
          </a:prstGeom>
          <a:solidFill xmlns:a="http://schemas.openxmlformats.org/drawingml/2006/main">
            <a:srgbClr val="168CA6"/>
          </a:solidFill>
          <a:ln xmlns:a="http://schemas.openxmlformats.org/drawingml/2006/main" w="0">
            <a:noFill/>
            <a:prstDash val="solid"/>
          </a:ln>
        </p:spPr>
      </p:sp>
      <p:sp>
        <p:nvSpPr>
          <p:cNvPr id="46" name="text-0554">
            <a:extLst xmlns:a="http://schemas.openxmlformats.org/drawingml/2006/main">
              <a:ext uri="{FF2B5EF4-FFF2-40B4-BE49-F238E27FC236}">
                <a16:creationId xmlns:a16="http://schemas.microsoft.com/office/drawing/2014/main" id="{7A3B7AF4-ECEF-4388-B5B9-63583682D9E6}"/>
              </a:ext>
            </a:extLst>
          </p:cNvPr>
          <p:cNvSpPr>
            <a:spLocks xmlns:a="http://schemas.openxmlformats.org/drawingml/2006/main" noGrp="1"/>
          </p:cNvSpPr>
          <p:nvPr/>
        </p:nvSpPr>
        <p:spPr>
          <a:xfrm xmlns:a="http://schemas.openxmlformats.org/drawingml/2006/main">
            <a:off x="4514850" y="26479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68CA6"/>
                </a:solidFill>
                <a:latin typeface="PingFang SC"/>
                <a:ea typeface="PingFang SC"/>
                <a:cs typeface="PingFang SC"/>
              </a:defRPr>
            </a:pPr>
            <a:r>
              <a:rPr sz="975" b="1">
                <a:solidFill>
                  <a:srgbClr val="168CA6"/>
                </a:solidFill>
                <a:latin typeface="PingFang SC"/>
                <a:ea typeface="PingFang SC"/>
                <a:cs typeface="PingFang SC"/>
              </a:rPr>
              <a:t>02 · 智能体 Agent</a:t>
            </a:r>
          </a:p>
        </p:txBody>
      </p:sp>
      <p:sp>
        <p:nvSpPr>
          <p:cNvPr id="47" name="text-0555">
            <a:extLst xmlns:a="http://schemas.openxmlformats.org/drawingml/2006/main">
              <a:ext uri="{FF2B5EF4-FFF2-40B4-BE49-F238E27FC236}">
                <a16:creationId xmlns:a16="http://schemas.microsoft.com/office/drawing/2014/main" id="{910FB167-89E4-4E9B-A7A6-E9A8DDD17906}"/>
              </a:ext>
            </a:extLst>
          </p:cNvPr>
          <p:cNvSpPr>
            <a:spLocks xmlns:a="http://schemas.openxmlformats.org/drawingml/2006/main" noGrp="1"/>
          </p:cNvSpPr>
          <p:nvPr/>
        </p:nvSpPr>
        <p:spPr>
          <a:xfrm xmlns:a="http://schemas.openxmlformats.org/drawingml/2006/main">
            <a:off x="4514850" y="3009900"/>
            <a:ext cx="304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82338"/>
                </a:solidFill>
                <a:latin typeface="PingFang SC"/>
                <a:ea typeface="PingFang SC"/>
                <a:cs typeface="PingFang SC"/>
              </a:defRPr>
            </a:pPr>
            <a:r>
              <a:rPr sz="1725" b="1">
                <a:solidFill>
                  <a:srgbClr val="182338"/>
                </a:solidFill>
                <a:latin typeface="PingFang SC"/>
                <a:ea typeface="PingFang SC"/>
                <a:cs typeface="PingFang SC"/>
              </a:rPr>
              <a:t>大脑 + 手脚</a:t>
            </a:r>
          </a:p>
        </p:txBody>
      </p:sp>
      <p:sp>
        <p:nvSpPr>
          <p:cNvPr id="48" name="text-0556">
            <a:extLst xmlns:a="http://schemas.openxmlformats.org/drawingml/2006/main">
              <a:ext uri="{FF2B5EF4-FFF2-40B4-BE49-F238E27FC236}">
                <a16:creationId xmlns:a16="http://schemas.microsoft.com/office/drawing/2014/main" id="{A4D4CC2D-B3B4-4AB6-908F-212A5E0733C1}"/>
              </a:ext>
            </a:extLst>
          </p:cNvPr>
          <p:cNvSpPr>
            <a:spLocks xmlns:a="http://schemas.openxmlformats.org/drawingml/2006/main" noGrp="1"/>
          </p:cNvSpPr>
          <p:nvPr/>
        </p:nvSpPr>
        <p:spPr>
          <a:xfrm xmlns:a="http://schemas.openxmlformats.org/drawingml/2006/main">
            <a:off x="4514850" y="34099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A74335"/>
                </a:solidFill>
                <a:latin typeface="Songti SC"/>
                <a:ea typeface="Songti SC"/>
                <a:cs typeface="Songti SC"/>
              </a:defRPr>
            </a:pPr>
            <a:r>
              <a:rPr sz="2325" b="1">
                <a:solidFill>
                  <a:srgbClr val="A74335"/>
                </a:solidFill>
                <a:latin typeface="Songti SC"/>
                <a:ea typeface="Songti SC"/>
                <a:cs typeface="Songti SC"/>
              </a:rPr>
              <a:t>会办事</a:t>
            </a:r>
          </a:p>
        </p:txBody>
      </p:sp>
      <p:sp>
        <p:nvSpPr>
          <p:cNvPr id="49" name="text-0557">
            <a:extLst xmlns:a="http://schemas.openxmlformats.org/drawingml/2006/main">
              <a:ext uri="{FF2B5EF4-FFF2-40B4-BE49-F238E27FC236}">
                <a16:creationId xmlns:a16="http://schemas.microsoft.com/office/drawing/2014/main" id="{6827D216-9A05-48FD-B3FD-CF3632209D1C}"/>
              </a:ext>
            </a:extLst>
          </p:cNvPr>
          <p:cNvSpPr>
            <a:spLocks xmlns:a="http://schemas.openxmlformats.org/drawingml/2006/main" noGrp="1"/>
          </p:cNvSpPr>
          <p:nvPr/>
        </p:nvSpPr>
        <p:spPr>
          <a:xfrm xmlns:a="http://schemas.openxmlformats.org/drawingml/2006/main">
            <a:off x="4514850" y="3943350"/>
            <a:ext cx="304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050" b="0">
                <a:solidFill>
                  <a:srgbClr val="687287"/>
                </a:solidFill>
                <a:latin typeface="PingFang SC"/>
                <a:ea typeface="PingFang SC"/>
                <a:cs typeface="PingFang SC"/>
              </a:defRPr>
            </a:pPr>
            <a:r>
              <a:rPr sz="1050" b="0">
                <a:solidFill>
                  <a:srgbClr val="687287"/>
                </a:solidFill>
                <a:latin typeface="PingFang SC"/>
                <a:ea typeface="PingFang SC"/>
                <a:cs typeface="PingFang SC"/>
              </a:rPr>
              <a:t>接入业务知识 · 工具 · 流程 · 权限</a:t>
            </a:r>
          </a:p>
          <a:p xmlns:a="http://schemas.openxmlformats.org/drawingml/2006/main">
            <a:pPr algn="l">
              <a:lnSpc>
                <a:spcPct val="115000"/>
              </a:lnSpc>
              <a:buNone/>
              <a:defRPr sz="1050" b="0">
                <a:solidFill>
                  <a:srgbClr val="687287"/>
                </a:solidFill>
                <a:latin typeface="PingFang SC"/>
                <a:ea typeface="PingFang SC"/>
                <a:cs typeface="PingFang SC"/>
              </a:defRPr>
            </a:pPr>
            <a:r>
              <a:rPr sz="1050" b="0">
                <a:solidFill>
                  <a:srgbClr val="687287"/>
                </a:solidFill>
                <a:latin typeface="PingFang SC"/>
                <a:ea typeface="PingFang SC"/>
                <a:cs typeface="PingFang SC"/>
              </a:rPr>
              <a:t>能调用系统、执行流程</a:t>
            </a:r>
          </a:p>
          <a:p xmlns:a="http://schemas.openxmlformats.org/drawingml/2006/main">
            <a:pPr algn="l">
              <a:lnSpc>
                <a:spcPct val="115000"/>
              </a:lnSpc>
              <a:buNone/>
              <a:defRPr sz="1050" b="0">
                <a:solidFill>
                  <a:srgbClr val="687287"/>
                </a:solidFill>
                <a:latin typeface="PingFang SC"/>
                <a:ea typeface="PingFang SC"/>
                <a:cs typeface="PingFang SC"/>
              </a:defRPr>
            </a:pPr>
            <a:r>
              <a:rPr sz="1050" b="0">
                <a:solidFill>
                  <a:srgbClr val="687287"/>
                </a:solidFill>
                <a:latin typeface="PingFang SC"/>
                <a:ea typeface="PingFang SC"/>
                <a:cs typeface="PingFang SC"/>
              </a:rPr>
              <a:t>能跟踪过程、反馈结果</a:t>
            </a:r>
          </a:p>
        </p:txBody>
      </p:sp>
      <p:sp>
        <p:nvSpPr>
          <p:cNvPr id="50" name="rect-0558">
            <a:extLst xmlns:a="http://schemas.openxmlformats.org/drawingml/2006/main">
              <a:ext uri="{FF2B5EF4-FFF2-40B4-BE49-F238E27FC236}">
                <a16:creationId xmlns:a16="http://schemas.microsoft.com/office/drawing/2014/main" id="{713E893C-D432-4700-86F1-D4F95C75B54E}"/>
              </a:ext>
            </a:extLst>
          </p:cNvPr>
          <p:cNvSpPr>
            <a:spLocks xmlns:a="http://schemas.openxmlformats.org/drawingml/2006/main" noGrp="1"/>
          </p:cNvSpPr>
          <p:nvPr/>
        </p:nvSpPr>
        <p:spPr>
          <a:xfrm xmlns:a="http://schemas.openxmlformats.org/drawingml/2006/main">
            <a:off x="4514850" y="4648200"/>
            <a:ext cx="3105150" cy="257175"/>
          </a:xfrm>
          <a:prstGeom xmlns:a="http://schemas.openxmlformats.org/drawingml/2006/main" prst="roundRect">
            <a:avLst>
              <a:gd name="adj" fmla="val 50000"/>
            </a:avLst>
          </a:prstGeom>
          <a:solidFill xmlns:a="http://schemas.openxmlformats.org/drawingml/2006/main">
            <a:srgbClr val="F5F1E8"/>
          </a:solidFill>
          <a:ln xmlns:a="http://schemas.openxmlformats.org/drawingml/2006/main" w="9525">
            <a:solidFill>
              <a:srgbClr val="168CA6"/>
            </a:solidFill>
            <a:prstDash val="solid"/>
          </a:ln>
        </p:spPr>
      </p:sp>
      <p:sp>
        <p:nvSpPr>
          <p:cNvPr id="51" name="text-0559">
            <a:extLst xmlns:a="http://schemas.openxmlformats.org/drawingml/2006/main">
              <a:ext uri="{FF2B5EF4-FFF2-40B4-BE49-F238E27FC236}">
                <a16:creationId xmlns:a16="http://schemas.microsoft.com/office/drawing/2014/main" id="{485C392B-0548-4303-BA18-90D65882A675}"/>
              </a:ext>
            </a:extLst>
          </p:cNvPr>
          <p:cNvSpPr>
            <a:spLocks xmlns:a="http://schemas.openxmlformats.org/drawingml/2006/main" noGrp="1"/>
          </p:cNvSpPr>
          <p:nvPr/>
        </p:nvSpPr>
        <p:spPr>
          <a:xfrm xmlns:a="http://schemas.openxmlformats.org/drawingml/2006/main">
            <a:off x="4514850" y="4695825"/>
            <a:ext cx="31051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68CA6"/>
                </a:solidFill>
                <a:latin typeface="PingFang SC"/>
                <a:ea typeface="PingFang SC"/>
                <a:cs typeface="PingFang SC"/>
              </a:defRPr>
            </a:pPr>
            <a:r>
              <a:rPr sz="900" b="1">
                <a:solidFill>
                  <a:srgbClr val="168CA6"/>
                </a:solidFill>
                <a:latin typeface="PingFang SC"/>
                <a:ea typeface="PingFang SC"/>
                <a:cs typeface="PingFang SC"/>
              </a:rPr>
              <a:t>能完成一项工作</a:t>
            </a:r>
          </a:p>
        </p:txBody>
      </p:sp>
      <p:sp>
        <p:nvSpPr>
          <p:cNvPr id="52" name="rect-0560">
            <a:extLst xmlns:a="http://schemas.openxmlformats.org/drawingml/2006/main">
              <a:ext uri="{FF2B5EF4-FFF2-40B4-BE49-F238E27FC236}">
                <a16:creationId xmlns:a16="http://schemas.microsoft.com/office/drawing/2014/main" id="{51913A4C-7E91-4ECD-805E-48A2962E2F5D}"/>
              </a:ext>
            </a:extLst>
          </p:cNvPr>
          <p:cNvSpPr>
            <a:spLocks xmlns:a="http://schemas.openxmlformats.org/drawingml/2006/main" noGrp="1"/>
          </p:cNvSpPr>
          <p:nvPr/>
        </p:nvSpPr>
        <p:spPr>
          <a:xfrm xmlns:a="http://schemas.openxmlformats.org/drawingml/2006/main">
            <a:off x="7962900" y="2400300"/>
            <a:ext cx="3486150" cy="2571750"/>
          </a:xfrm>
          <a:prstGeom xmlns:a="http://schemas.openxmlformats.org/drawingml/2006/main" prst="rect">
            <a:avLst/>
          </a:prstGeom>
          <a:solidFill xmlns:a="http://schemas.openxmlformats.org/drawingml/2006/main">
            <a:srgbClr val="FFFDF8"/>
          </a:solidFill>
          <a:ln xmlns:a="http://schemas.openxmlformats.org/drawingml/2006/main" w="9525">
            <a:solidFill>
              <a:srgbClr val="D8D2C5"/>
            </a:solidFill>
            <a:prstDash val="solid"/>
          </a:ln>
        </p:spPr>
      </p:sp>
      <p:sp>
        <p:nvSpPr>
          <p:cNvPr id="53" name="rect-0561">
            <a:extLst xmlns:a="http://schemas.openxmlformats.org/drawingml/2006/main">
              <a:ext uri="{FF2B5EF4-FFF2-40B4-BE49-F238E27FC236}">
                <a16:creationId xmlns:a16="http://schemas.microsoft.com/office/drawing/2014/main" id="{89CC4EB3-1727-48BC-95AA-9AF048CD9090}"/>
              </a:ext>
            </a:extLst>
          </p:cNvPr>
          <p:cNvSpPr>
            <a:spLocks xmlns:a="http://schemas.openxmlformats.org/drawingml/2006/main" noGrp="1"/>
          </p:cNvSpPr>
          <p:nvPr/>
        </p:nvSpPr>
        <p:spPr>
          <a:xfrm xmlns:a="http://schemas.openxmlformats.org/drawingml/2006/main">
            <a:off x="7962900" y="2400300"/>
            <a:ext cx="3486150" cy="57150"/>
          </a:xfrm>
          <a:prstGeom xmlns:a="http://schemas.openxmlformats.org/drawingml/2006/main" prst="rect">
            <a:avLst/>
          </a:prstGeom>
          <a:solidFill xmlns:a="http://schemas.openxmlformats.org/drawingml/2006/main">
            <a:srgbClr val="3E6F61"/>
          </a:solidFill>
          <a:ln xmlns:a="http://schemas.openxmlformats.org/drawingml/2006/main" w="0">
            <a:noFill/>
            <a:prstDash val="solid"/>
          </a:ln>
        </p:spPr>
      </p:sp>
      <p:sp>
        <p:nvSpPr>
          <p:cNvPr id="54" name="text-0562">
            <a:extLst xmlns:a="http://schemas.openxmlformats.org/drawingml/2006/main">
              <a:ext uri="{FF2B5EF4-FFF2-40B4-BE49-F238E27FC236}">
                <a16:creationId xmlns:a16="http://schemas.microsoft.com/office/drawing/2014/main" id="{BAE8038D-FCD5-404A-83E6-E0A57E2292C9}"/>
              </a:ext>
            </a:extLst>
          </p:cNvPr>
          <p:cNvSpPr>
            <a:spLocks xmlns:a="http://schemas.openxmlformats.org/drawingml/2006/main" noGrp="1"/>
          </p:cNvSpPr>
          <p:nvPr/>
        </p:nvSpPr>
        <p:spPr>
          <a:xfrm xmlns:a="http://schemas.openxmlformats.org/drawingml/2006/main">
            <a:off x="8153400" y="26479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3E6F61"/>
                </a:solidFill>
                <a:latin typeface="PingFang SC"/>
                <a:ea typeface="PingFang SC"/>
                <a:cs typeface="PingFang SC"/>
              </a:defRPr>
            </a:pPr>
            <a:r>
              <a:rPr sz="975" b="1">
                <a:solidFill>
                  <a:srgbClr val="3E6F61"/>
                </a:solidFill>
                <a:latin typeface="PingFang SC"/>
                <a:ea typeface="PingFang SC"/>
                <a:cs typeface="PingFang SC"/>
              </a:rPr>
              <a:t>03 · 多智能体</a:t>
            </a:r>
          </a:p>
        </p:txBody>
      </p:sp>
      <p:sp>
        <p:nvSpPr>
          <p:cNvPr id="55" name="text-0563">
            <a:extLst xmlns:a="http://schemas.openxmlformats.org/drawingml/2006/main">
              <a:ext uri="{FF2B5EF4-FFF2-40B4-BE49-F238E27FC236}">
                <a16:creationId xmlns:a16="http://schemas.microsoft.com/office/drawing/2014/main" id="{1841D885-2094-4CD9-81DB-D91C2419FCF4}"/>
              </a:ext>
            </a:extLst>
          </p:cNvPr>
          <p:cNvSpPr>
            <a:spLocks xmlns:a="http://schemas.openxmlformats.org/drawingml/2006/main" noGrp="1"/>
          </p:cNvSpPr>
          <p:nvPr/>
        </p:nvSpPr>
        <p:spPr>
          <a:xfrm xmlns:a="http://schemas.openxmlformats.org/drawingml/2006/main">
            <a:off x="8153400" y="3009900"/>
            <a:ext cx="304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82338"/>
                </a:solidFill>
                <a:latin typeface="PingFang SC"/>
                <a:ea typeface="PingFang SC"/>
                <a:cs typeface="PingFang SC"/>
              </a:defRPr>
            </a:pPr>
            <a:r>
              <a:rPr sz="1725" b="1">
                <a:solidFill>
                  <a:srgbClr val="182338"/>
                </a:solidFill>
                <a:latin typeface="PingFang SC"/>
                <a:ea typeface="PingFang SC"/>
                <a:cs typeface="PingFang SC"/>
              </a:rPr>
              <a:t>数字团队</a:t>
            </a:r>
          </a:p>
        </p:txBody>
      </p:sp>
      <p:sp>
        <p:nvSpPr>
          <p:cNvPr id="56" name="text-0564">
            <a:extLst xmlns:a="http://schemas.openxmlformats.org/drawingml/2006/main">
              <a:ext uri="{FF2B5EF4-FFF2-40B4-BE49-F238E27FC236}">
                <a16:creationId xmlns:a16="http://schemas.microsoft.com/office/drawing/2014/main" id="{F98471CE-4E0E-4B82-BBBE-0570E9BE1971}"/>
              </a:ext>
            </a:extLst>
          </p:cNvPr>
          <p:cNvSpPr>
            <a:spLocks xmlns:a="http://schemas.openxmlformats.org/drawingml/2006/main" noGrp="1"/>
          </p:cNvSpPr>
          <p:nvPr/>
        </p:nvSpPr>
        <p:spPr>
          <a:xfrm xmlns:a="http://schemas.openxmlformats.org/drawingml/2006/main">
            <a:off x="8153400" y="34099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A74335"/>
                </a:solidFill>
                <a:latin typeface="Songti SC"/>
                <a:ea typeface="Songti SC"/>
                <a:cs typeface="Songti SC"/>
              </a:defRPr>
            </a:pPr>
            <a:r>
              <a:rPr sz="2325" b="1">
                <a:solidFill>
                  <a:srgbClr val="A74335"/>
                </a:solidFill>
                <a:latin typeface="Songti SC"/>
                <a:ea typeface="Songti SC"/>
                <a:cs typeface="Songti SC"/>
              </a:rPr>
              <a:t>会协同</a:t>
            </a:r>
          </a:p>
        </p:txBody>
      </p:sp>
      <p:sp>
        <p:nvSpPr>
          <p:cNvPr id="57" name="text-0565">
            <a:extLst xmlns:a="http://schemas.openxmlformats.org/drawingml/2006/main">
              <a:ext uri="{FF2B5EF4-FFF2-40B4-BE49-F238E27FC236}">
                <a16:creationId xmlns:a16="http://schemas.microsoft.com/office/drawing/2014/main" id="{2FF99422-B800-4996-BD5A-1F31630F9B5E}"/>
              </a:ext>
            </a:extLst>
          </p:cNvPr>
          <p:cNvSpPr>
            <a:spLocks xmlns:a="http://schemas.openxmlformats.org/drawingml/2006/main" noGrp="1"/>
          </p:cNvSpPr>
          <p:nvPr/>
        </p:nvSpPr>
        <p:spPr>
          <a:xfrm xmlns:a="http://schemas.openxmlformats.org/drawingml/2006/main">
            <a:off x="8153400" y="3943350"/>
            <a:ext cx="304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050" b="0">
                <a:solidFill>
                  <a:srgbClr val="687287"/>
                </a:solidFill>
                <a:latin typeface="PingFang SC"/>
                <a:ea typeface="PingFang SC"/>
                <a:cs typeface="PingFang SC"/>
              </a:defRPr>
            </a:pPr>
            <a:r>
              <a:rPr sz="1050" b="0">
                <a:solidFill>
                  <a:srgbClr val="687287"/>
                </a:solidFill>
                <a:latin typeface="PingFang SC"/>
                <a:ea typeface="PingFang SC"/>
                <a:cs typeface="PingFang SC"/>
              </a:rPr>
              <a:t>岗位分工 · 统一调度 · 人工把关</a:t>
            </a:r>
          </a:p>
          <a:p xmlns:a="http://schemas.openxmlformats.org/drawingml/2006/main">
            <a:pPr algn="l">
              <a:lnSpc>
                <a:spcPct val="115000"/>
              </a:lnSpc>
              <a:buNone/>
              <a:defRPr sz="1050" b="0">
                <a:solidFill>
                  <a:srgbClr val="687287"/>
                </a:solidFill>
                <a:latin typeface="PingFang SC"/>
                <a:ea typeface="PingFang SC"/>
                <a:cs typeface="PingFang SC"/>
              </a:defRPr>
            </a:pPr>
            <a:r>
              <a:rPr sz="1050" b="0">
                <a:solidFill>
                  <a:srgbClr val="687287"/>
                </a:solidFill>
                <a:latin typeface="PingFang SC"/>
                <a:ea typeface="PingFang SC"/>
                <a:cs typeface="PingFang SC"/>
              </a:rPr>
              <a:t>能拆解任务、并行协作</a:t>
            </a:r>
          </a:p>
          <a:p xmlns:a="http://schemas.openxmlformats.org/drawingml/2006/main">
            <a:pPr algn="l">
              <a:lnSpc>
                <a:spcPct val="115000"/>
              </a:lnSpc>
              <a:buNone/>
              <a:defRPr sz="1050" b="0">
                <a:solidFill>
                  <a:srgbClr val="687287"/>
                </a:solidFill>
                <a:latin typeface="PingFang SC"/>
                <a:ea typeface="PingFang SC"/>
                <a:cs typeface="PingFang SC"/>
              </a:defRPr>
            </a:pPr>
            <a:r>
              <a:rPr sz="1050" b="0">
                <a:solidFill>
                  <a:srgbClr val="687287"/>
                </a:solidFill>
                <a:latin typeface="PingFang SC"/>
                <a:ea typeface="PingFang SC"/>
                <a:cs typeface="PingFang SC"/>
              </a:rPr>
              <a:t>能相互复核、共同交付</a:t>
            </a:r>
          </a:p>
        </p:txBody>
      </p:sp>
      <p:sp>
        <p:nvSpPr>
          <p:cNvPr id="58" name="rect-0566">
            <a:extLst xmlns:a="http://schemas.openxmlformats.org/drawingml/2006/main">
              <a:ext uri="{FF2B5EF4-FFF2-40B4-BE49-F238E27FC236}">
                <a16:creationId xmlns:a16="http://schemas.microsoft.com/office/drawing/2014/main" id="{E233C96E-9742-4D1E-ADE1-420360ADC2D2}"/>
              </a:ext>
            </a:extLst>
          </p:cNvPr>
          <p:cNvSpPr>
            <a:spLocks xmlns:a="http://schemas.openxmlformats.org/drawingml/2006/main" noGrp="1"/>
          </p:cNvSpPr>
          <p:nvPr/>
        </p:nvSpPr>
        <p:spPr>
          <a:xfrm xmlns:a="http://schemas.openxmlformats.org/drawingml/2006/main">
            <a:off x="8153400" y="4648200"/>
            <a:ext cx="3105150" cy="257175"/>
          </a:xfrm>
          <a:prstGeom xmlns:a="http://schemas.openxmlformats.org/drawingml/2006/main" prst="roundRect">
            <a:avLst>
              <a:gd name="adj" fmla="val 50000"/>
            </a:avLst>
          </a:prstGeom>
          <a:solidFill xmlns:a="http://schemas.openxmlformats.org/drawingml/2006/main">
            <a:srgbClr val="F5F1E8"/>
          </a:solidFill>
          <a:ln xmlns:a="http://schemas.openxmlformats.org/drawingml/2006/main" w="9525">
            <a:solidFill>
              <a:srgbClr val="3E6F61"/>
            </a:solidFill>
            <a:prstDash val="solid"/>
          </a:ln>
        </p:spPr>
      </p:sp>
      <p:sp>
        <p:nvSpPr>
          <p:cNvPr id="59" name="text-0567">
            <a:extLst xmlns:a="http://schemas.openxmlformats.org/drawingml/2006/main">
              <a:ext uri="{FF2B5EF4-FFF2-40B4-BE49-F238E27FC236}">
                <a16:creationId xmlns:a16="http://schemas.microsoft.com/office/drawing/2014/main" id="{70CAD574-37B9-4599-9AFB-AEA8BF9E8D5B}"/>
              </a:ext>
            </a:extLst>
          </p:cNvPr>
          <p:cNvSpPr>
            <a:spLocks xmlns:a="http://schemas.openxmlformats.org/drawingml/2006/main" noGrp="1"/>
          </p:cNvSpPr>
          <p:nvPr/>
        </p:nvSpPr>
        <p:spPr>
          <a:xfrm xmlns:a="http://schemas.openxmlformats.org/drawingml/2006/main">
            <a:off x="8153400" y="4695825"/>
            <a:ext cx="31051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3E6F61"/>
                </a:solidFill>
                <a:latin typeface="PingFang SC"/>
                <a:ea typeface="PingFang SC"/>
                <a:cs typeface="PingFang SC"/>
              </a:defRPr>
            </a:pPr>
            <a:r>
              <a:rPr sz="900" b="1">
                <a:solidFill>
                  <a:srgbClr val="3E6F61"/>
                </a:solidFill>
                <a:latin typeface="PingFang SC"/>
                <a:ea typeface="PingFang SC"/>
                <a:cs typeface="PingFang SC"/>
              </a:rPr>
              <a:t>支撑组织型 OPC</a:t>
            </a:r>
          </a:p>
        </p:txBody>
      </p:sp>
      <p:sp>
        <p:nvSpPr>
          <p:cNvPr id="60" name="rect-0568">
            <a:extLst xmlns:a="http://schemas.openxmlformats.org/drawingml/2006/main">
              <a:ext uri="{FF2B5EF4-FFF2-40B4-BE49-F238E27FC236}">
                <a16:creationId xmlns:a16="http://schemas.microsoft.com/office/drawing/2014/main" id="{BE51E151-6A65-4EF4-8616-DF4AF3A8626F}"/>
              </a:ext>
            </a:extLst>
          </p:cNvPr>
          <p:cNvSpPr>
            <a:spLocks xmlns:a="http://schemas.openxmlformats.org/drawingml/2006/main" noGrp="1"/>
          </p:cNvSpPr>
          <p:nvPr/>
        </p:nvSpPr>
        <p:spPr>
          <a:xfrm xmlns:a="http://schemas.openxmlformats.org/drawingml/2006/main">
            <a:off x="685800" y="5105400"/>
            <a:ext cx="10820400" cy="323850"/>
          </a:xfrm>
          <a:prstGeom xmlns:a="http://schemas.openxmlformats.org/drawingml/2006/main" prst="rect">
            <a:avLst/>
          </a:prstGeom>
          <a:solidFill xmlns:a="http://schemas.openxmlformats.org/drawingml/2006/main">
            <a:srgbClr val="DCE8EF"/>
          </a:solidFill>
          <a:ln xmlns:a="http://schemas.openxmlformats.org/drawingml/2006/main" w="9525">
            <a:solidFill>
              <a:srgbClr val="2F5F83"/>
            </a:solidFill>
            <a:prstDash val="solid"/>
          </a:ln>
        </p:spPr>
      </p:sp>
      <p:sp>
        <p:nvSpPr>
          <p:cNvPr id="61" name="text-0569">
            <a:extLst xmlns:a="http://schemas.openxmlformats.org/drawingml/2006/main">
              <a:ext uri="{FF2B5EF4-FFF2-40B4-BE49-F238E27FC236}">
                <a16:creationId xmlns:a16="http://schemas.microsoft.com/office/drawing/2014/main" id="{42C80342-222B-407D-AC68-B2EDCEEF307D}"/>
              </a:ext>
            </a:extLst>
          </p:cNvPr>
          <p:cNvSpPr>
            <a:spLocks xmlns:a="http://schemas.openxmlformats.org/drawingml/2006/main" noGrp="1"/>
          </p:cNvSpPr>
          <p:nvPr/>
        </p:nvSpPr>
        <p:spPr>
          <a:xfrm xmlns:a="http://schemas.openxmlformats.org/drawingml/2006/main">
            <a:off x="685800" y="5181600"/>
            <a:ext cx="10820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2F5F83"/>
                </a:solidFill>
                <a:latin typeface="PingFang SC"/>
                <a:ea typeface="PingFang SC"/>
                <a:cs typeface="PingFang SC"/>
              </a:defRPr>
            </a:pPr>
            <a:r>
              <a:rPr sz="975" b="1">
                <a:solidFill>
                  <a:srgbClr val="2F5F83"/>
                </a:solidFill>
                <a:latin typeface="PingFang SC"/>
                <a:ea typeface="PingFang SC"/>
                <a:cs typeface="PingFang SC"/>
              </a:rPr>
              <a:t>结果反馈 · 数据沉淀 · 持续优化</a:t>
            </a:r>
          </a:p>
        </p:txBody>
      </p:sp>
      <p:sp>
        <p:nvSpPr>
          <p:cNvPr id="62" name="rect-0570">
            <a:extLst xmlns:a="http://schemas.openxmlformats.org/drawingml/2006/main">
              <a:ext uri="{FF2B5EF4-FFF2-40B4-BE49-F238E27FC236}">
                <a16:creationId xmlns:a16="http://schemas.microsoft.com/office/drawing/2014/main" id="{C597F05F-4A3B-4E04-AFBA-614FB6E89509}"/>
              </a:ext>
            </a:extLst>
          </p:cNvPr>
          <p:cNvSpPr>
            <a:spLocks xmlns:a="http://schemas.openxmlformats.org/drawingml/2006/main" noGrp="1"/>
          </p:cNvSpPr>
          <p:nvPr/>
        </p:nvSpPr>
        <p:spPr>
          <a:xfrm xmlns:a="http://schemas.openxmlformats.org/drawingml/2006/main">
            <a:off x="685800" y="5562600"/>
            <a:ext cx="10820400" cy="742950"/>
          </a:xfrm>
          <a:prstGeom xmlns:a="http://schemas.openxmlformats.org/drawingml/2006/main" prst="rect">
            <a:avLst/>
          </a:prstGeom>
          <a:solidFill xmlns:a="http://schemas.openxmlformats.org/drawingml/2006/main">
            <a:srgbClr val="FFFDF8"/>
          </a:solidFill>
          <a:ln xmlns:a="http://schemas.openxmlformats.org/drawingml/2006/main" w="9525">
            <a:solidFill>
              <a:srgbClr val="D8D2C5"/>
            </a:solidFill>
            <a:prstDash val="solid"/>
          </a:ln>
        </p:spPr>
      </p:sp>
      <p:sp>
        <p:nvSpPr>
          <p:cNvPr id="63" name="text-0571">
            <a:extLst xmlns:a="http://schemas.openxmlformats.org/drawingml/2006/main">
              <a:ext uri="{FF2B5EF4-FFF2-40B4-BE49-F238E27FC236}">
                <a16:creationId xmlns:a16="http://schemas.microsoft.com/office/drawing/2014/main" id="{0C776166-F3E6-43B0-8980-1D376CD4C235}"/>
              </a:ext>
            </a:extLst>
          </p:cNvPr>
          <p:cNvSpPr>
            <a:spLocks xmlns:a="http://schemas.openxmlformats.org/drawingml/2006/main" noGrp="1"/>
          </p:cNvSpPr>
          <p:nvPr/>
        </p:nvSpPr>
        <p:spPr>
          <a:xfrm xmlns:a="http://schemas.openxmlformats.org/drawingml/2006/main">
            <a:off x="895350" y="5724525"/>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A74335"/>
                </a:solidFill>
                <a:latin typeface="PingFang SC"/>
                <a:ea typeface="PingFang SC"/>
                <a:cs typeface="PingFang SC"/>
              </a:defRPr>
            </a:pPr>
            <a:r>
              <a:rPr sz="1350" b="1">
                <a:solidFill>
                  <a:srgbClr val="A74335"/>
                </a:solidFill>
                <a:latin typeface="PingFang SC"/>
                <a:ea typeface="PingFang SC"/>
                <a:cs typeface="PingFang SC"/>
              </a:rPr>
              <a:t>开放东方：</a:t>
            </a:r>
          </a:p>
          <a:p xmlns:a="http://schemas.openxmlformats.org/drawingml/2006/main">
            <a:pPr algn="l">
              <a:defRPr sz="1350" b="1">
                <a:solidFill>
                  <a:srgbClr val="A74335"/>
                </a:solidFill>
                <a:latin typeface="PingFang SC"/>
                <a:ea typeface="PingFang SC"/>
                <a:cs typeface="PingFang SC"/>
              </a:defRPr>
            </a:pPr>
            <a:r>
              <a:rPr sz="1350" b="1">
                <a:solidFill>
                  <a:srgbClr val="A74335"/>
                </a:solidFill>
                <a:latin typeface="PingFang SC"/>
                <a:ea typeface="PingFang SC"/>
                <a:cs typeface="PingFang SC"/>
              </a:rPr>
              <a:t>让AI真正进入业务</a:t>
            </a:r>
          </a:p>
        </p:txBody>
      </p:sp>
      <p:sp>
        <p:nvSpPr>
          <p:cNvPr id="64" name="text-0572">
            <a:extLst xmlns:a="http://schemas.openxmlformats.org/drawingml/2006/main">
              <a:ext uri="{FF2B5EF4-FFF2-40B4-BE49-F238E27FC236}">
                <a16:creationId xmlns:a16="http://schemas.microsoft.com/office/drawing/2014/main" id="{BC0BCDB6-71F2-4388-ABE7-ADFBC57BA586}"/>
              </a:ext>
            </a:extLst>
          </p:cNvPr>
          <p:cNvSpPr>
            <a:spLocks xmlns:a="http://schemas.openxmlformats.org/drawingml/2006/main" noGrp="1"/>
          </p:cNvSpPr>
          <p:nvPr/>
        </p:nvSpPr>
        <p:spPr>
          <a:xfrm xmlns:a="http://schemas.openxmlformats.org/drawingml/2006/main">
            <a:off x="3333750" y="5772150"/>
            <a:ext cx="784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2338"/>
                </a:solidFill>
                <a:latin typeface="PingFang SC"/>
                <a:ea typeface="PingFang SC"/>
                <a:cs typeface="PingFang SC"/>
              </a:defRPr>
            </a:pPr>
            <a:r>
              <a:rPr sz="1350" b="1">
                <a:solidFill>
                  <a:srgbClr val="182338"/>
                </a:solidFill>
                <a:latin typeface="PingFang SC"/>
                <a:ea typeface="PingFang SC"/>
                <a:cs typeface="PingFang SC"/>
              </a:rPr>
              <a:t>CSGHub 提供模型、数据等AI资源底座；AgenticHub 负责智能体的构建、运行与协同。</a:t>
            </a:r>
          </a:p>
        </p:txBody>
      </p:sp>
    </p:spTree>
    <p:extLst>
      <p:ext uri="{BB962C8B-B14F-4D97-AF65-F5344CB8AC3E}">
        <p14:creationId xmlns:p14="http://schemas.microsoft.com/office/powerpoint/2010/main" val="216225534"/>
      </p:ext>
    </p:extLst>
  </p:cSld>
</p:sld>
</file>

<file path=ppt/slides/slide1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56" name="rect-0573">
            <a:extLst xmlns:a="http://schemas.openxmlformats.org/drawingml/2006/main">
              <a:ext uri="{FF2B5EF4-FFF2-40B4-BE49-F238E27FC236}">
                <a16:creationId xmlns:a16="http://schemas.microsoft.com/office/drawing/2014/main" id="{9749DBBC-85DF-411C-99EB-7F65BBAE1A23}"/>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 name="rect-0574">
            <a:extLst xmlns:a="http://schemas.openxmlformats.org/drawingml/2006/main">
              <a:ext uri="{FF2B5EF4-FFF2-40B4-BE49-F238E27FC236}">
                <a16:creationId xmlns:a16="http://schemas.microsoft.com/office/drawing/2014/main" id="{28912FE7-852A-474E-BEFD-D79A58E9B11A}"/>
              </a:ext>
            </a:extLst>
          </p:cNvPr>
          <p:cNvSpPr>
            <a:spLocks xmlns:a="http://schemas.openxmlformats.org/drawingml/2006/main" noGrp="1"/>
          </p:cNvSpPr>
          <p:nvPr/>
        </p:nvSpPr>
        <p:spPr>
          <a:xfrm xmlns:a="http://schemas.openxmlformats.org/drawingml/2006/main">
            <a:off x="838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3" name="rect-0575">
            <a:extLst xmlns:a="http://schemas.openxmlformats.org/drawingml/2006/main">
              <a:ext uri="{FF2B5EF4-FFF2-40B4-BE49-F238E27FC236}">
                <a16:creationId xmlns:a16="http://schemas.microsoft.com/office/drawing/2014/main" id="{7968EADC-6BF2-4DCB-AC93-32A9E694FE1A}"/>
              </a:ext>
            </a:extLst>
          </p:cNvPr>
          <p:cNvSpPr>
            <a:spLocks xmlns:a="http://schemas.openxmlformats.org/drawingml/2006/main" noGrp="1"/>
          </p:cNvSpPr>
          <p:nvPr/>
        </p:nvSpPr>
        <p:spPr>
          <a:xfrm xmlns:a="http://schemas.openxmlformats.org/drawingml/2006/main">
            <a:off x="1676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4" name="rect-0576">
            <a:extLst xmlns:a="http://schemas.openxmlformats.org/drawingml/2006/main">
              <a:ext uri="{FF2B5EF4-FFF2-40B4-BE49-F238E27FC236}">
                <a16:creationId xmlns:a16="http://schemas.microsoft.com/office/drawing/2014/main" id="{33B9E5B4-D1D1-4B66-9B49-94961FE5BD66}"/>
              </a:ext>
            </a:extLst>
          </p:cNvPr>
          <p:cNvSpPr>
            <a:spLocks xmlns:a="http://schemas.openxmlformats.org/drawingml/2006/main" noGrp="1"/>
          </p:cNvSpPr>
          <p:nvPr/>
        </p:nvSpPr>
        <p:spPr>
          <a:xfrm xmlns:a="http://schemas.openxmlformats.org/drawingml/2006/main">
            <a:off x="2514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5" name="rect-0577">
            <a:extLst xmlns:a="http://schemas.openxmlformats.org/drawingml/2006/main">
              <a:ext uri="{FF2B5EF4-FFF2-40B4-BE49-F238E27FC236}">
                <a16:creationId xmlns:a16="http://schemas.microsoft.com/office/drawing/2014/main" id="{55EE2FFA-60CA-4331-A5A0-565DC18626CD}"/>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6" name="rect-0578">
            <a:extLst xmlns:a="http://schemas.openxmlformats.org/drawingml/2006/main">
              <a:ext uri="{FF2B5EF4-FFF2-40B4-BE49-F238E27FC236}">
                <a16:creationId xmlns:a16="http://schemas.microsoft.com/office/drawing/2014/main" id="{800CEC98-6FF3-4FF7-9465-225E06E525F2}"/>
              </a:ext>
            </a:extLst>
          </p:cNvPr>
          <p:cNvSpPr>
            <a:spLocks xmlns:a="http://schemas.openxmlformats.org/drawingml/2006/main" noGrp="1"/>
          </p:cNvSpPr>
          <p:nvPr/>
        </p:nvSpPr>
        <p:spPr>
          <a:xfrm xmlns:a="http://schemas.openxmlformats.org/drawingml/2006/main">
            <a:off x="4191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7" name="rect-0579">
            <a:extLst xmlns:a="http://schemas.openxmlformats.org/drawingml/2006/main">
              <a:ext uri="{FF2B5EF4-FFF2-40B4-BE49-F238E27FC236}">
                <a16:creationId xmlns:a16="http://schemas.microsoft.com/office/drawing/2014/main" id="{AB4844BA-C41C-4C9F-8D8C-76D0B4D003EB}"/>
              </a:ext>
            </a:extLst>
          </p:cNvPr>
          <p:cNvSpPr>
            <a:spLocks xmlns:a="http://schemas.openxmlformats.org/drawingml/2006/main" noGrp="1"/>
          </p:cNvSpPr>
          <p:nvPr/>
        </p:nvSpPr>
        <p:spPr>
          <a:xfrm xmlns:a="http://schemas.openxmlformats.org/drawingml/2006/main">
            <a:off x="5029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8" name="rect-0580">
            <a:extLst xmlns:a="http://schemas.openxmlformats.org/drawingml/2006/main">
              <a:ext uri="{FF2B5EF4-FFF2-40B4-BE49-F238E27FC236}">
                <a16:creationId xmlns:a16="http://schemas.microsoft.com/office/drawing/2014/main" id="{08A6428F-CB93-41E4-A890-259A92856FB0}"/>
              </a:ext>
            </a:extLst>
          </p:cNvPr>
          <p:cNvSpPr>
            <a:spLocks xmlns:a="http://schemas.openxmlformats.org/drawingml/2006/main" noGrp="1"/>
          </p:cNvSpPr>
          <p:nvPr/>
        </p:nvSpPr>
        <p:spPr>
          <a:xfrm xmlns:a="http://schemas.openxmlformats.org/drawingml/2006/main">
            <a:off x="5867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9" name="rect-0581">
            <a:extLst xmlns:a="http://schemas.openxmlformats.org/drawingml/2006/main">
              <a:ext uri="{FF2B5EF4-FFF2-40B4-BE49-F238E27FC236}">
                <a16:creationId xmlns:a16="http://schemas.microsoft.com/office/drawing/2014/main" id="{F578AFE8-FAFF-4E97-B9F5-935D67FC9935}"/>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0" name="rect-0582">
            <a:extLst xmlns:a="http://schemas.openxmlformats.org/drawingml/2006/main">
              <a:ext uri="{FF2B5EF4-FFF2-40B4-BE49-F238E27FC236}">
                <a16:creationId xmlns:a16="http://schemas.microsoft.com/office/drawing/2014/main" id="{03D30093-9759-4A07-90BB-7FB1A24EBC44}"/>
              </a:ext>
            </a:extLst>
          </p:cNvPr>
          <p:cNvSpPr>
            <a:spLocks xmlns:a="http://schemas.openxmlformats.org/drawingml/2006/main" noGrp="1"/>
          </p:cNvSpPr>
          <p:nvPr/>
        </p:nvSpPr>
        <p:spPr>
          <a:xfrm xmlns:a="http://schemas.openxmlformats.org/drawingml/2006/main">
            <a:off x="7543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1" name="rect-0583">
            <a:extLst xmlns:a="http://schemas.openxmlformats.org/drawingml/2006/main">
              <a:ext uri="{FF2B5EF4-FFF2-40B4-BE49-F238E27FC236}">
                <a16:creationId xmlns:a16="http://schemas.microsoft.com/office/drawing/2014/main" id="{E3BA4FC4-7506-4A15-9873-7E5215063022}"/>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2" name="rect-0584">
            <a:extLst xmlns:a="http://schemas.openxmlformats.org/drawingml/2006/main">
              <a:ext uri="{FF2B5EF4-FFF2-40B4-BE49-F238E27FC236}">
                <a16:creationId xmlns:a16="http://schemas.microsoft.com/office/drawing/2014/main" id="{E2013475-C3E0-4D68-88DC-802B9245B7E0}"/>
              </a:ext>
            </a:extLst>
          </p:cNvPr>
          <p:cNvSpPr>
            <a:spLocks xmlns:a="http://schemas.openxmlformats.org/drawingml/2006/main" noGrp="1"/>
          </p:cNvSpPr>
          <p:nvPr/>
        </p:nvSpPr>
        <p:spPr>
          <a:xfrm xmlns:a="http://schemas.openxmlformats.org/drawingml/2006/main">
            <a:off x="9220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3" name="rect-0585">
            <a:extLst xmlns:a="http://schemas.openxmlformats.org/drawingml/2006/main">
              <a:ext uri="{FF2B5EF4-FFF2-40B4-BE49-F238E27FC236}">
                <a16:creationId xmlns:a16="http://schemas.microsoft.com/office/drawing/2014/main" id="{B1A1F12E-797F-49E3-990F-755707F6C4CA}"/>
              </a:ext>
            </a:extLst>
          </p:cNvPr>
          <p:cNvSpPr>
            <a:spLocks xmlns:a="http://schemas.openxmlformats.org/drawingml/2006/main" noGrp="1"/>
          </p:cNvSpPr>
          <p:nvPr/>
        </p:nvSpPr>
        <p:spPr>
          <a:xfrm xmlns:a="http://schemas.openxmlformats.org/drawingml/2006/main">
            <a:off x="10058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4" name="rect-0586">
            <a:extLst xmlns:a="http://schemas.openxmlformats.org/drawingml/2006/main">
              <a:ext uri="{FF2B5EF4-FFF2-40B4-BE49-F238E27FC236}">
                <a16:creationId xmlns:a16="http://schemas.microsoft.com/office/drawing/2014/main" id="{7A175D29-72F9-4AD6-A19B-FDE8C7E9FA9E}"/>
              </a:ext>
            </a:extLst>
          </p:cNvPr>
          <p:cNvSpPr>
            <a:spLocks xmlns:a="http://schemas.openxmlformats.org/drawingml/2006/main" noGrp="1"/>
          </p:cNvSpPr>
          <p:nvPr/>
        </p:nvSpPr>
        <p:spPr>
          <a:xfrm xmlns:a="http://schemas.openxmlformats.org/drawingml/2006/main">
            <a:off x="10896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5" name="rect-0587">
            <a:extLst xmlns:a="http://schemas.openxmlformats.org/drawingml/2006/main">
              <a:ext uri="{FF2B5EF4-FFF2-40B4-BE49-F238E27FC236}">
                <a16:creationId xmlns:a16="http://schemas.microsoft.com/office/drawing/2014/main" id="{A4129512-7967-49C6-8EA7-764483F21C52}"/>
              </a:ext>
            </a:extLst>
          </p:cNvPr>
          <p:cNvSpPr>
            <a:spLocks xmlns:a="http://schemas.openxmlformats.org/drawingml/2006/main" noGrp="1"/>
          </p:cNvSpPr>
          <p:nvPr/>
        </p:nvSpPr>
        <p:spPr>
          <a:xfrm xmlns:a="http://schemas.openxmlformats.org/drawingml/2006/main">
            <a:off x="11734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6" name="rect-0588">
            <a:extLst xmlns:a="http://schemas.openxmlformats.org/drawingml/2006/main">
              <a:ext uri="{FF2B5EF4-FFF2-40B4-BE49-F238E27FC236}">
                <a16:creationId xmlns:a16="http://schemas.microsoft.com/office/drawing/2014/main" id="{9A1F09CA-F93B-43CA-ADB9-15BFB928391F}"/>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7" name="rect-0589">
            <a:extLst xmlns:a="http://schemas.openxmlformats.org/drawingml/2006/main">
              <a:ext uri="{FF2B5EF4-FFF2-40B4-BE49-F238E27FC236}">
                <a16:creationId xmlns:a16="http://schemas.microsoft.com/office/drawing/2014/main" id="{238567DC-7679-4913-83E9-5585592E8798}"/>
              </a:ext>
            </a:extLst>
          </p:cNvPr>
          <p:cNvSpPr>
            <a:spLocks xmlns:a="http://schemas.openxmlformats.org/drawingml/2006/main" noGrp="1"/>
          </p:cNvSpPr>
          <p:nvPr/>
        </p:nvSpPr>
        <p:spPr>
          <a:xfrm xmlns:a="http://schemas.openxmlformats.org/drawingml/2006/main">
            <a:off x="0" y="838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8" name="rect-0590">
            <a:extLst xmlns:a="http://schemas.openxmlformats.org/drawingml/2006/main">
              <a:ext uri="{FF2B5EF4-FFF2-40B4-BE49-F238E27FC236}">
                <a16:creationId xmlns:a16="http://schemas.microsoft.com/office/drawing/2014/main" id="{D1CCBE5C-FDA4-4D17-A1A7-8F9CDB340CC6}"/>
              </a:ext>
            </a:extLst>
          </p:cNvPr>
          <p:cNvSpPr>
            <a:spLocks xmlns:a="http://schemas.openxmlformats.org/drawingml/2006/main" noGrp="1"/>
          </p:cNvSpPr>
          <p:nvPr/>
        </p:nvSpPr>
        <p:spPr>
          <a:xfrm xmlns:a="http://schemas.openxmlformats.org/drawingml/2006/main">
            <a:off x="0" y="1676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9" name="rect-0591">
            <a:extLst xmlns:a="http://schemas.openxmlformats.org/drawingml/2006/main">
              <a:ext uri="{FF2B5EF4-FFF2-40B4-BE49-F238E27FC236}">
                <a16:creationId xmlns:a16="http://schemas.microsoft.com/office/drawing/2014/main" id="{FE12CDA5-C6D0-4510-A303-1D8D300FFA3F}"/>
              </a:ext>
            </a:extLst>
          </p:cNvPr>
          <p:cNvSpPr>
            <a:spLocks xmlns:a="http://schemas.openxmlformats.org/drawingml/2006/main" noGrp="1"/>
          </p:cNvSpPr>
          <p:nvPr/>
        </p:nvSpPr>
        <p:spPr>
          <a:xfrm xmlns:a="http://schemas.openxmlformats.org/drawingml/2006/main">
            <a:off x="0" y="2514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0" name="rect-0592">
            <a:extLst xmlns:a="http://schemas.openxmlformats.org/drawingml/2006/main">
              <a:ext uri="{FF2B5EF4-FFF2-40B4-BE49-F238E27FC236}">
                <a16:creationId xmlns:a16="http://schemas.microsoft.com/office/drawing/2014/main" id="{D708609A-B3FE-45C1-9627-E70F857F6459}"/>
              </a:ext>
            </a:extLst>
          </p:cNvPr>
          <p:cNvSpPr>
            <a:spLocks xmlns:a="http://schemas.openxmlformats.org/drawingml/2006/main" noGrp="1"/>
          </p:cNvSpPr>
          <p:nvPr/>
        </p:nvSpPr>
        <p:spPr>
          <a:xfrm xmlns:a="http://schemas.openxmlformats.org/drawingml/2006/main">
            <a:off x="0" y="33528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1" name="rect-0593">
            <a:extLst xmlns:a="http://schemas.openxmlformats.org/drawingml/2006/main">
              <a:ext uri="{FF2B5EF4-FFF2-40B4-BE49-F238E27FC236}">
                <a16:creationId xmlns:a16="http://schemas.microsoft.com/office/drawing/2014/main" id="{4576CD0A-E01C-4576-806D-352169983F9D}"/>
              </a:ext>
            </a:extLst>
          </p:cNvPr>
          <p:cNvSpPr>
            <a:spLocks xmlns:a="http://schemas.openxmlformats.org/drawingml/2006/main" noGrp="1"/>
          </p:cNvSpPr>
          <p:nvPr/>
        </p:nvSpPr>
        <p:spPr>
          <a:xfrm xmlns:a="http://schemas.openxmlformats.org/drawingml/2006/main">
            <a:off x="0" y="41910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2" name="rect-0594">
            <a:extLst xmlns:a="http://schemas.openxmlformats.org/drawingml/2006/main">
              <a:ext uri="{FF2B5EF4-FFF2-40B4-BE49-F238E27FC236}">
                <a16:creationId xmlns:a16="http://schemas.microsoft.com/office/drawing/2014/main" id="{0FE8AB99-5A48-43A9-A73E-518318B0D098}"/>
              </a:ext>
            </a:extLst>
          </p:cNvPr>
          <p:cNvSpPr>
            <a:spLocks xmlns:a="http://schemas.openxmlformats.org/drawingml/2006/main" noGrp="1"/>
          </p:cNvSpPr>
          <p:nvPr/>
        </p:nvSpPr>
        <p:spPr>
          <a:xfrm xmlns:a="http://schemas.openxmlformats.org/drawingml/2006/main">
            <a:off x="0" y="5029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3" name="rect-0595">
            <a:extLst xmlns:a="http://schemas.openxmlformats.org/drawingml/2006/main">
              <a:ext uri="{FF2B5EF4-FFF2-40B4-BE49-F238E27FC236}">
                <a16:creationId xmlns:a16="http://schemas.microsoft.com/office/drawing/2014/main" id="{93A77BE5-3D77-42B2-9E75-C0D50E9CEDA5}"/>
              </a:ext>
            </a:extLst>
          </p:cNvPr>
          <p:cNvSpPr>
            <a:spLocks xmlns:a="http://schemas.openxmlformats.org/drawingml/2006/main" noGrp="1"/>
          </p:cNvSpPr>
          <p:nvPr/>
        </p:nvSpPr>
        <p:spPr>
          <a:xfrm xmlns:a="http://schemas.openxmlformats.org/drawingml/2006/main">
            <a:off x="0" y="5867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4" name="rect-0596">
            <a:extLst xmlns:a="http://schemas.openxmlformats.org/drawingml/2006/main">
              <a:ext uri="{FF2B5EF4-FFF2-40B4-BE49-F238E27FC236}">
                <a16:creationId xmlns:a16="http://schemas.microsoft.com/office/drawing/2014/main" id="{6F46CBFA-4618-4C02-8FC8-6C91D8E51E0E}"/>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5" name="rect-0597">
            <a:extLst xmlns:a="http://schemas.openxmlformats.org/drawingml/2006/main">
              <a:ext uri="{FF2B5EF4-FFF2-40B4-BE49-F238E27FC236}">
                <a16:creationId xmlns:a16="http://schemas.microsoft.com/office/drawing/2014/main" id="{CAE09364-EFAA-48EB-9719-3E16A2CEE9A4}"/>
              </a:ext>
            </a:extLst>
          </p:cNvPr>
          <p:cNvSpPr>
            <a:spLocks xmlns:a="http://schemas.openxmlformats.org/drawingml/2006/main" noGrp="1"/>
          </p:cNvSpPr>
          <p:nvPr/>
        </p:nvSpPr>
        <p:spPr>
          <a:xfrm xmlns:a="http://schemas.openxmlformats.org/drawingml/2006/main">
            <a:off x="0" y="0"/>
            <a:ext cx="3171825" cy="7620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26" name="rect-0598">
            <a:extLst xmlns:a="http://schemas.openxmlformats.org/drawingml/2006/main">
              <a:ext uri="{FF2B5EF4-FFF2-40B4-BE49-F238E27FC236}">
                <a16:creationId xmlns:a16="http://schemas.microsoft.com/office/drawing/2014/main" id="{CD763224-4FB9-4783-A46C-CF83710A908E}"/>
              </a:ext>
            </a:extLst>
          </p:cNvPr>
          <p:cNvSpPr>
            <a:spLocks xmlns:a="http://schemas.openxmlformats.org/drawingml/2006/main" noGrp="1"/>
          </p:cNvSpPr>
          <p:nvPr/>
        </p:nvSpPr>
        <p:spPr>
          <a:xfrm xmlns:a="http://schemas.openxmlformats.org/drawingml/2006/main">
            <a:off x="3171825" y="0"/>
            <a:ext cx="1952625" cy="76200"/>
          </a:xfrm>
          <a:prstGeom xmlns:a="http://schemas.openxmlformats.org/drawingml/2006/main" prst="rect">
            <a:avLst/>
          </a:prstGeom>
          <a:solidFill xmlns:a="http://schemas.openxmlformats.org/drawingml/2006/main">
            <a:srgbClr val="B8842F"/>
          </a:solidFill>
          <a:ln xmlns:a="http://schemas.openxmlformats.org/drawingml/2006/main" w="0">
            <a:noFill/>
            <a:prstDash val="solid"/>
          </a:ln>
        </p:spPr>
      </p:sp>
      <p:sp>
        <p:nvSpPr>
          <p:cNvPr id="27" name="rect-0599">
            <a:extLst xmlns:a="http://schemas.openxmlformats.org/drawingml/2006/main">
              <a:ext uri="{FF2B5EF4-FFF2-40B4-BE49-F238E27FC236}">
                <a16:creationId xmlns:a16="http://schemas.microsoft.com/office/drawing/2014/main" id="{591792E4-F360-4644-AF6B-AF2708A6073C}"/>
              </a:ext>
            </a:extLst>
          </p:cNvPr>
          <p:cNvSpPr>
            <a:spLocks xmlns:a="http://schemas.openxmlformats.org/drawingml/2006/main" noGrp="1"/>
          </p:cNvSpPr>
          <p:nvPr/>
        </p:nvSpPr>
        <p:spPr>
          <a:xfrm xmlns:a="http://schemas.openxmlformats.org/drawingml/2006/main">
            <a:off x="5124450" y="0"/>
            <a:ext cx="7067550" cy="76200"/>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pic>
        <p:nvPicPr>
          <p:cNvPr id="83" name=""/>
          <p:cNvPicPr>
            <a:picLocks xmlns:a="http://schemas.openxmlformats.org/drawingml/2006/main" noChangeAspect="1"/>
          </p:cNvPicPr>
          <p:nvPr/>
        </p:nvPicPr>
        <p:blipFill>
          <a:blip xmlns:r="http://schemas.openxmlformats.org/officeDocument/2006/relationships" xmlns:a="http://schemas.openxmlformats.org/drawingml/2006/main" r:embed="R3ceded3aee944d18">
            <a:extLst>
              <a:ext uri="{96DAC541-7B7A-43D3-8B79-37D633B846F1}">
                <asvg:svgBlip xmlns:asvg="http://schemas.microsoft.com/office/drawing/2016/SVG/main" r:embed="R03b19303760a4b79"/>
              </a:ext>
            </a:extLst>
          </a:blip>
          <a:stretch xmlns:a="http://schemas.openxmlformats.org/drawingml/2006/main"/>
        </p:blipFill>
        <p:spPr>
          <a:xfrm xmlns:a="http://schemas.openxmlformats.org/drawingml/2006/main">
            <a:off x="9871043" y="289560"/>
            <a:ext cx="1863757" cy="539115"/>
          </a:xfrm>
          <a:prstGeom xmlns:a="http://schemas.openxmlformats.org/drawingml/2006/main" prst="rect">
            <a:avLst/>
          </a:prstGeom>
        </p:spPr>
      </p:pic>
      <p:sp>
        <p:nvSpPr>
          <p:cNvPr id="29" name="text-0600">
            <a:extLst xmlns:a="http://schemas.openxmlformats.org/drawingml/2006/main">
              <a:ext uri="{FF2B5EF4-FFF2-40B4-BE49-F238E27FC236}">
                <a16:creationId xmlns:a16="http://schemas.microsoft.com/office/drawing/2014/main" id="{17479AE8-D1E2-44A9-9ED3-1C35E3AFE1A4}"/>
              </a:ext>
            </a:extLst>
          </p:cNvPr>
          <p:cNvSpPr>
            <a:spLocks xmlns:a="http://schemas.openxmlformats.org/drawingml/2006/main" noGrp="1"/>
          </p:cNvSpPr>
          <p:nvPr/>
        </p:nvSpPr>
        <p:spPr>
          <a:xfrm xmlns:a="http://schemas.openxmlformats.org/drawingml/2006/main">
            <a:off x="685800" y="6572250"/>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87287"/>
                </a:solidFill>
                <a:latin typeface="PingFang SC"/>
                <a:ea typeface="PingFang SC"/>
                <a:cs typeface="PingFang SC"/>
              </a:defRPr>
            </a:pPr>
            <a:r>
              <a:rPr sz="825" b="0">
                <a:solidFill>
                  <a:srgbClr val="687287"/>
                </a:solidFill>
                <a:latin typeface="PingFang SC"/>
                <a:ea typeface="PingFang SC"/>
                <a:cs typeface="PingFang SC"/>
              </a:rPr>
              <a:t>开放东方 · AI使用培训</a:t>
            </a:r>
          </a:p>
        </p:txBody>
      </p:sp>
      <p:sp>
        <p:nvSpPr>
          <p:cNvPr id="30" name="text-0601">
            <a:extLst xmlns:a="http://schemas.openxmlformats.org/drawingml/2006/main">
              <a:ext uri="{FF2B5EF4-FFF2-40B4-BE49-F238E27FC236}">
                <a16:creationId xmlns:a16="http://schemas.microsoft.com/office/drawing/2014/main" id="{B750F1DD-8615-460A-954C-6D2C1BEFF00A}"/>
              </a:ext>
            </a:extLst>
          </p:cNvPr>
          <p:cNvSpPr>
            <a:spLocks xmlns:a="http://schemas.openxmlformats.org/drawingml/2006/main" noGrp="1"/>
          </p:cNvSpPr>
          <p:nvPr/>
        </p:nvSpPr>
        <p:spPr>
          <a:xfrm xmlns:a="http://schemas.openxmlformats.org/drawingml/2006/main">
            <a:off x="11239500" y="65151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A74335"/>
                </a:solidFill>
                <a:latin typeface="PingFang SC"/>
                <a:ea typeface="PingFang SC"/>
                <a:cs typeface="PingFang SC"/>
              </a:defRPr>
            </a:pPr>
            <a:r>
              <a:rPr sz="975" b="1">
                <a:solidFill>
                  <a:srgbClr val="A74335"/>
                </a:solidFill>
                <a:latin typeface="PingFang SC"/>
                <a:ea typeface="PingFang SC"/>
                <a:cs typeface="PingFang SC"/>
              </a:rPr>
              <a:t>11</a:t>
            </a:r>
          </a:p>
        </p:txBody>
      </p:sp>
      <p:sp>
        <p:nvSpPr>
          <p:cNvPr id="31" name="rect-0602">
            <a:extLst xmlns:a="http://schemas.openxmlformats.org/drawingml/2006/main">
              <a:ext uri="{FF2B5EF4-FFF2-40B4-BE49-F238E27FC236}">
                <a16:creationId xmlns:a16="http://schemas.microsoft.com/office/drawing/2014/main" id="{8A9DEA68-CFEF-4DF8-BBAD-CC4A410C028C}"/>
              </a:ext>
            </a:extLst>
          </p:cNvPr>
          <p:cNvSpPr>
            <a:spLocks xmlns:a="http://schemas.openxmlformats.org/drawingml/2006/main" noGrp="1"/>
          </p:cNvSpPr>
          <p:nvPr/>
        </p:nvSpPr>
        <p:spPr>
          <a:xfrm xmlns:a="http://schemas.openxmlformats.org/drawingml/2006/main">
            <a:off x="685800" y="619125"/>
            <a:ext cx="323850" cy="28575"/>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32" name="text-0603">
            <a:extLst xmlns:a="http://schemas.openxmlformats.org/drawingml/2006/main">
              <a:ext uri="{FF2B5EF4-FFF2-40B4-BE49-F238E27FC236}">
                <a16:creationId xmlns:a16="http://schemas.microsoft.com/office/drawing/2014/main" id="{170966DC-787F-469F-95C6-B4401C734CF6}"/>
              </a:ext>
            </a:extLst>
          </p:cNvPr>
          <p:cNvSpPr>
            <a:spLocks xmlns:a="http://schemas.openxmlformats.org/drawingml/2006/main" noGrp="1"/>
          </p:cNvSpPr>
          <p:nvPr/>
        </p:nvSpPr>
        <p:spPr>
          <a:xfrm xmlns:a="http://schemas.openxmlformats.org/drawingml/2006/main">
            <a:off x="1123950" y="504825"/>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335"/>
                </a:solidFill>
                <a:latin typeface="PingFang SC"/>
                <a:ea typeface="PingFang SC"/>
                <a:cs typeface="PingFang SC"/>
              </a:defRPr>
            </a:pPr>
            <a:r>
              <a:rPr sz="1125" b="1">
                <a:solidFill>
                  <a:srgbClr val="A74335"/>
                </a:solidFill>
                <a:latin typeface="PingFang SC"/>
                <a:ea typeface="PingFang SC"/>
                <a:cs typeface="PingFang SC"/>
              </a:rPr>
              <a:t>10 · 从一次使用走向长期积累</a:t>
            </a:r>
          </a:p>
        </p:txBody>
      </p:sp>
      <p:sp>
        <p:nvSpPr>
          <p:cNvPr id="33" name="text-0604">
            <a:extLst xmlns:a="http://schemas.openxmlformats.org/drawingml/2006/main">
              <a:ext uri="{FF2B5EF4-FFF2-40B4-BE49-F238E27FC236}">
                <a16:creationId xmlns:a16="http://schemas.microsoft.com/office/drawing/2014/main" id="{6A98B3B4-1120-4256-A47F-F6EDF72EF84A}"/>
              </a:ext>
            </a:extLst>
          </p:cNvPr>
          <p:cNvSpPr>
            <a:spLocks xmlns:a="http://schemas.openxmlformats.org/drawingml/2006/main" noGrp="1"/>
          </p:cNvSpPr>
          <p:nvPr/>
        </p:nvSpPr>
        <p:spPr>
          <a:xfrm xmlns:a="http://schemas.openxmlformats.org/drawingml/2006/main">
            <a:off x="685800" y="14763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975" b="1">
                <a:solidFill>
                  <a:srgbClr val="182338"/>
                </a:solidFill>
                <a:latin typeface="Songti SC"/>
                <a:ea typeface="Songti SC"/>
                <a:cs typeface="Songti SC"/>
              </a:defRPr>
            </a:pPr>
            <a:r>
              <a:rPr sz="3975" b="1">
                <a:solidFill>
                  <a:srgbClr val="182338"/>
                </a:solidFill>
                <a:latin typeface="Songti SC"/>
                <a:ea typeface="Songti SC"/>
                <a:cs typeface="Songti SC"/>
              </a:rPr>
              <a:t>模型天天变，</a:t>
            </a:r>
          </a:p>
        </p:txBody>
      </p:sp>
      <p:sp>
        <p:nvSpPr>
          <p:cNvPr id="34" name="text-0605">
            <a:extLst xmlns:a="http://schemas.openxmlformats.org/drawingml/2006/main">
              <a:ext uri="{FF2B5EF4-FFF2-40B4-BE49-F238E27FC236}">
                <a16:creationId xmlns:a16="http://schemas.microsoft.com/office/drawing/2014/main" id="{A2A726F9-528B-49F1-A82C-F2B25D3171D3}"/>
              </a:ext>
            </a:extLst>
          </p:cNvPr>
          <p:cNvSpPr>
            <a:spLocks xmlns:a="http://schemas.openxmlformats.org/drawingml/2006/main" noGrp="1"/>
          </p:cNvSpPr>
          <p:nvPr/>
        </p:nvSpPr>
        <p:spPr>
          <a:xfrm xmlns:a="http://schemas.openxmlformats.org/drawingml/2006/main">
            <a:off x="685800" y="2190750"/>
            <a:ext cx="495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A74335"/>
                </a:solidFill>
                <a:latin typeface="Songti SC"/>
                <a:ea typeface="Songti SC"/>
                <a:cs typeface="Songti SC"/>
              </a:defRPr>
            </a:pPr>
            <a:r>
              <a:rPr sz="4125" b="1">
                <a:solidFill>
                  <a:srgbClr val="A74335"/>
                </a:solidFill>
                <a:latin typeface="Songti SC"/>
                <a:ea typeface="Songti SC"/>
                <a:cs typeface="Songti SC"/>
              </a:rPr>
              <a:t>不变的是你的数据。</a:t>
            </a:r>
          </a:p>
        </p:txBody>
      </p:sp>
      <p:sp>
        <p:nvSpPr>
          <p:cNvPr id="35" name="text-0606">
            <a:extLst xmlns:a="http://schemas.openxmlformats.org/drawingml/2006/main">
              <a:ext uri="{FF2B5EF4-FFF2-40B4-BE49-F238E27FC236}">
                <a16:creationId xmlns:a16="http://schemas.microsoft.com/office/drawing/2014/main" id="{2E076758-735C-4F6C-9033-5FC3BD00E735}"/>
              </a:ext>
            </a:extLst>
          </p:cNvPr>
          <p:cNvSpPr>
            <a:spLocks xmlns:a="http://schemas.openxmlformats.org/drawingml/2006/main" noGrp="1"/>
          </p:cNvSpPr>
          <p:nvPr/>
        </p:nvSpPr>
        <p:spPr>
          <a:xfrm xmlns:a="http://schemas.openxmlformats.org/drawingml/2006/main">
            <a:off x="723900" y="3190875"/>
            <a:ext cx="4762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800" b="0">
                <a:solidFill>
                  <a:srgbClr val="687287"/>
                </a:solidFill>
                <a:latin typeface="PingFang SC"/>
                <a:ea typeface="PingFang SC"/>
                <a:cs typeface="PingFang SC"/>
              </a:defRPr>
            </a:pPr>
            <a:r>
              <a:rPr sz="1800" b="0">
                <a:solidFill>
                  <a:srgbClr val="687287"/>
                </a:solidFill>
                <a:latin typeface="PingFang SC"/>
                <a:ea typeface="PingFang SC"/>
                <a:cs typeface="PingFang SC"/>
              </a:rPr>
              <a:t>模型会升级、工具会更换；真正属于一个人或一个组织的，是经过治理的数据、知识、流程和反馈。</a:t>
            </a:r>
          </a:p>
        </p:txBody>
      </p:sp>
      <p:sp>
        <p:nvSpPr>
          <p:cNvPr id="36" name="rect-0607">
            <a:extLst xmlns:a="http://schemas.openxmlformats.org/drawingml/2006/main">
              <a:ext uri="{FF2B5EF4-FFF2-40B4-BE49-F238E27FC236}">
                <a16:creationId xmlns:a16="http://schemas.microsoft.com/office/drawing/2014/main" id="{AFD7248D-A527-465E-9C08-D171FD125D1D}"/>
              </a:ext>
            </a:extLst>
          </p:cNvPr>
          <p:cNvSpPr>
            <a:spLocks xmlns:a="http://schemas.openxmlformats.org/drawingml/2006/main" noGrp="1"/>
          </p:cNvSpPr>
          <p:nvPr/>
        </p:nvSpPr>
        <p:spPr>
          <a:xfrm xmlns:a="http://schemas.openxmlformats.org/drawingml/2006/main">
            <a:off x="6143625" y="1381125"/>
            <a:ext cx="5362575" cy="781050"/>
          </a:xfrm>
          <a:prstGeom xmlns:a="http://schemas.openxmlformats.org/drawingml/2006/main" prst="rect">
            <a:avLst/>
          </a:prstGeom>
          <a:solidFill xmlns:a="http://schemas.openxmlformats.org/drawingml/2006/main">
            <a:srgbClr val="FFFDF8"/>
          </a:solidFill>
          <a:ln xmlns:a="http://schemas.openxmlformats.org/drawingml/2006/main" w="9525">
            <a:solidFill>
              <a:srgbClr val="D8D2C5"/>
            </a:solidFill>
            <a:prstDash val="solid"/>
          </a:ln>
        </p:spPr>
      </p:sp>
      <p:sp>
        <p:nvSpPr>
          <p:cNvPr id="37" name="rect-0608">
            <a:extLst xmlns:a="http://schemas.openxmlformats.org/drawingml/2006/main">
              <a:ext uri="{FF2B5EF4-FFF2-40B4-BE49-F238E27FC236}">
                <a16:creationId xmlns:a16="http://schemas.microsoft.com/office/drawing/2014/main" id="{4B620E63-B375-4921-962A-86F23B498279}"/>
              </a:ext>
            </a:extLst>
          </p:cNvPr>
          <p:cNvSpPr>
            <a:spLocks xmlns:a="http://schemas.openxmlformats.org/drawingml/2006/main" noGrp="1"/>
          </p:cNvSpPr>
          <p:nvPr/>
        </p:nvSpPr>
        <p:spPr>
          <a:xfrm xmlns:a="http://schemas.openxmlformats.org/drawingml/2006/main">
            <a:off x="6143625" y="1381125"/>
            <a:ext cx="57150" cy="781050"/>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sp>
        <p:nvSpPr>
          <p:cNvPr id="38" name="text-0609">
            <a:extLst xmlns:a="http://schemas.openxmlformats.org/drawingml/2006/main">
              <a:ext uri="{FF2B5EF4-FFF2-40B4-BE49-F238E27FC236}">
                <a16:creationId xmlns:a16="http://schemas.microsoft.com/office/drawing/2014/main" id="{575D47CA-26A1-4C08-8864-217E7CCF6D85}"/>
              </a:ext>
            </a:extLst>
          </p:cNvPr>
          <p:cNvSpPr>
            <a:spLocks xmlns:a="http://schemas.openxmlformats.org/drawingml/2006/main" noGrp="1"/>
          </p:cNvSpPr>
          <p:nvPr/>
        </p:nvSpPr>
        <p:spPr>
          <a:xfrm xmlns:a="http://schemas.openxmlformats.org/drawingml/2006/main">
            <a:off x="6381750" y="1552575"/>
            <a:ext cx="1666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2F5F83"/>
                </a:solidFill>
                <a:latin typeface="PingFang SC"/>
                <a:ea typeface="PingFang SC"/>
                <a:cs typeface="PingFang SC"/>
              </a:defRPr>
            </a:pPr>
            <a:r>
              <a:rPr sz="1725" b="1">
                <a:solidFill>
                  <a:srgbClr val="2F5F83"/>
                </a:solidFill>
                <a:latin typeface="PingFang SC"/>
                <a:ea typeface="PingFang SC"/>
                <a:cs typeface="PingFang SC"/>
              </a:rPr>
              <a:t>CSGHub</a:t>
            </a:r>
          </a:p>
        </p:txBody>
      </p:sp>
      <p:sp>
        <p:nvSpPr>
          <p:cNvPr id="39" name="text-0610">
            <a:extLst xmlns:a="http://schemas.openxmlformats.org/drawingml/2006/main">
              <a:ext uri="{FF2B5EF4-FFF2-40B4-BE49-F238E27FC236}">
                <a16:creationId xmlns:a16="http://schemas.microsoft.com/office/drawing/2014/main" id="{DC8F4286-57BD-4AD8-B53B-9BF8E147CD98}"/>
              </a:ext>
            </a:extLst>
          </p:cNvPr>
          <p:cNvSpPr>
            <a:spLocks xmlns:a="http://schemas.openxmlformats.org/drawingml/2006/main" noGrp="1"/>
          </p:cNvSpPr>
          <p:nvPr/>
        </p:nvSpPr>
        <p:spPr>
          <a:xfrm xmlns:a="http://schemas.openxmlformats.org/drawingml/2006/main">
            <a:off x="8143875" y="1524000"/>
            <a:ext cx="309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87287"/>
                </a:solidFill>
                <a:latin typeface="PingFang SC"/>
                <a:ea typeface="PingFang SC"/>
                <a:cs typeface="PingFang SC"/>
              </a:defRPr>
            </a:pPr>
            <a:r>
              <a:rPr sz="1125" b="0">
                <a:solidFill>
                  <a:srgbClr val="687287"/>
                </a:solidFill>
                <a:latin typeface="PingFang SC"/>
                <a:ea typeface="PingFang SC"/>
                <a:cs typeface="PingFang SC"/>
              </a:rPr>
              <a:t>管理模型、数据集、代码、MCP等AI资产，形成资源与生命周期底座。</a:t>
            </a:r>
          </a:p>
        </p:txBody>
      </p:sp>
      <p:sp>
        <p:nvSpPr>
          <p:cNvPr id="40" name="rect-0611">
            <a:extLst xmlns:a="http://schemas.openxmlformats.org/drawingml/2006/main">
              <a:ext uri="{FF2B5EF4-FFF2-40B4-BE49-F238E27FC236}">
                <a16:creationId xmlns:a16="http://schemas.microsoft.com/office/drawing/2014/main" id="{2B646149-9F07-4D8C-9676-D53C319A18B0}"/>
              </a:ext>
            </a:extLst>
          </p:cNvPr>
          <p:cNvSpPr>
            <a:spLocks xmlns:a="http://schemas.openxmlformats.org/drawingml/2006/main" noGrp="1"/>
          </p:cNvSpPr>
          <p:nvPr/>
        </p:nvSpPr>
        <p:spPr>
          <a:xfrm xmlns:a="http://schemas.openxmlformats.org/drawingml/2006/main">
            <a:off x="6143625" y="2333625"/>
            <a:ext cx="5362575" cy="781050"/>
          </a:xfrm>
          <a:prstGeom xmlns:a="http://schemas.openxmlformats.org/drawingml/2006/main" prst="rect">
            <a:avLst/>
          </a:prstGeom>
          <a:solidFill xmlns:a="http://schemas.openxmlformats.org/drawingml/2006/main">
            <a:srgbClr val="FFFDF8"/>
          </a:solidFill>
          <a:ln xmlns:a="http://schemas.openxmlformats.org/drawingml/2006/main" w="9525">
            <a:solidFill>
              <a:srgbClr val="D8D2C5"/>
            </a:solidFill>
            <a:prstDash val="solid"/>
          </a:ln>
        </p:spPr>
      </p:sp>
      <p:sp>
        <p:nvSpPr>
          <p:cNvPr id="41" name="rect-0612">
            <a:extLst xmlns:a="http://schemas.openxmlformats.org/drawingml/2006/main">
              <a:ext uri="{FF2B5EF4-FFF2-40B4-BE49-F238E27FC236}">
                <a16:creationId xmlns:a16="http://schemas.microsoft.com/office/drawing/2014/main" id="{497AB081-5B16-4A92-A79D-6BC3D97D1AAC}"/>
              </a:ext>
            </a:extLst>
          </p:cNvPr>
          <p:cNvSpPr>
            <a:spLocks xmlns:a="http://schemas.openxmlformats.org/drawingml/2006/main" noGrp="1"/>
          </p:cNvSpPr>
          <p:nvPr/>
        </p:nvSpPr>
        <p:spPr>
          <a:xfrm xmlns:a="http://schemas.openxmlformats.org/drawingml/2006/main">
            <a:off x="6143625" y="2333625"/>
            <a:ext cx="57150" cy="781050"/>
          </a:xfrm>
          <a:prstGeom xmlns:a="http://schemas.openxmlformats.org/drawingml/2006/main" prst="rect">
            <a:avLst/>
          </a:prstGeom>
          <a:solidFill xmlns:a="http://schemas.openxmlformats.org/drawingml/2006/main">
            <a:srgbClr val="B8842F"/>
          </a:solidFill>
          <a:ln xmlns:a="http://schemas.openxmlformats.org/drawingml/2006/main" w="0">
            <a:noFill/>
            <a:prstDash val="solid"/>
          </a:ln>
        </p:spPr>
      </p:sp>
      <p:sp>
        <p:nvSpPr>
          <p:cNvPr id="42" name="text-0613">
            <a:extLst xmlns:a="http://schemas.openxmlformats.org/drawingml/2006/main">
              <a:ext uri="{FF2B5EF4-FFF2-40B4-BE49-F238E27FC236}">
                <a16:creationId xmlns:a16="http://schemas.microsoft.com/office/drawing/2014/main" id="{E972259B-9414-4C9E-AA85-994804DE47F1}"/>
              </a:ext>
            </a:extLst>
          </p:cNvPr>
          <p:cNvSpPr>
            <a:spLocks xmlns:a="http://schemas.openxmlformats.org/drawingml/2006/main" noGrp="1"/>
          </p:cNvSpPr>
          <p:nvPr/>
        </p:nvSpPr>
        <p:spPr>
          <a:xfrm xmlns:a="http://schemas.openxmlformats.org/drawingml/2006/main">
            <a:off x="6381750" y="2505075"/>
            <a:ext cx="1666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B8842F"/>
                </a:solidFill>
                <a:latin typeface="PingFang SC"/>
                <a:ea typeface="PingFang SC"/>
                <a:cs typeface="PingFang SC"/>
              </a:defRPr>
            </a:pPr>
            <a:r>
              <a:rPr sz="1725" b="1">
                <a:solidFill>
                  <a:srgbClr val="B8842F"/>
                </a:solidFill>
                <a:latin typeface="PingFang SC"/>
                <a:ea typeface="PingFang SC"/>
                <a:cs typeface="PingFang SC"/>
              </a:rPr>
              <a:t>CSGLite</a:t>
            </a:r>
          </a:p>
        </p:txBody>
      </p:sp>
      <p:sp>
        <p:nvSpPr>
          <p:cNvPr id="43" name="text-0614">
            <a:extLst xmlns:a="http://schemas.openxmlformats.org/drawingml/2006/main">
              <a:ext uri="{FF2B5EF4-FFF2-40B4-BE49-F238E27FC236}">
                <a16:creationId xmlns:a16="http://schemas.microsoft.com/office/drawing/2014/main" id="{F6FC9EE8-B93F-4C2C-8C23-B0AFF8A7315D}"/>
              </a:ext>
            </a:extLst>
          </p:cNvPr>
          <p:cNvSpPr>
            <a:spLocks xmlns:a="http://schemas.openxmlformats.org/drawingml/2006/main" noGrp="1"/>
          </p:cNvSpPr>
          <p:nvPr/>
        </p:nvSpPr>
        <p:spPr>
          <a:xfrm xmlns:a="http://schemas.openxmlformats.org/drawingml/2006/main">
            <a:off x="8143875" y="2476500"/>
            <a:ext cx="309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87287"/>
                </a:solidFill>
                <a:latin typeface="PingFang SC"/>
                <a:ea typeface="PingFang SC"/>
                <a:cs typeface="PingFang SC"/>
              </a:defRPr>
            </a:pPr>
            <a:r>
              <a:rPr sz="1125" b="0">
                <a:solidFill>
                  <a:srgbClr val="687287"/>
                </a:solidFill>
                <a:latin typeface="PingFang SC"/>
                <a:ea typeface="PingFang SC"/>
                <a:cs typeface="PingFang SC"/>
              </a:rPr>
              <a:t>在本地轻量运行和管理大模型，服务个人研发与内网验证。</a:t>
            </a:r>
          </a:p>
        </p:txBody>
      </p:sp>
      <p:sp>
        <p:nvSpPr>
          <p:cNvPr id="44" name="rect-0615">
            <a:extLst xmlns:a="http://schemas.openxmlformats.org/drawingml/2006/main">
              <a:ext uri="{FF2B5EF4-FFF2-40B4-BE49-F238E27FC236}">
                <a16:creationId xmlns:a16="http://schemas.microsoft.com/office/drawing/2014/main" id="{946F000B-C412-4230-BFFB-B23C28D43D30}"/>
              </a:ext>
            </a:extLst>
          </p:cNvPr>
          <p:cNvSpPr>
            <a:spLocks xmlns:a="http://schemas.openxmlformats.org/drawingml/2006/main" noGrp="1"/>
          </p:cNvSpPr>
          <p:nvPr/>
        </p:nvSpPr>
        <p:spPr>
          <a:xfrm xmlns:a="http://schemas.openxmlformats.org/drawingml/2006/main">
            <a:off x="6143625" y="3286125"/>
            <a:ext cx="5362575" cy="781050"/>
          </a:xfrm>
          <a:prstGeom xmlns:a="http://schemas.openxmlformats.org/drawingml/2006/main" prst="rect">
            <a:avLst/>
          </a:prstGeom>
          <a:solidFill xmlns:a="http://schemas.openxmlformats.org/drawingml/2006/main">
            <a:srgbClr val="FFFDF8"/>
          </a:solidFill>
          <a:ln xmlns:a="http://schemas.openxmlformats.org/drawingml/2006/main" w="9525">
            <a:solidFill>
              <a:srgbClr val="D8D2C5"/>
            </a:solidFill>
            <a:prstDash val="solid"/>
          </a:ln>
        </p:spPr>
      </p:sp>
      <p:sp>
        <p:nvSpPr>
          <p:cNvPr id="45" name="rect-0616">
            <a:extLst xmlns:a="http://schemas.openxmlformats.org/drawingml/2006/main">
              <a:ext uri="{FF2B5EF4-FFF2-40B4-BE49-F238E27FC236}">
                <a16:creationId xmlns:a16="http://schemas.microsoft.com/office/drawing/2014/main" id="{EE1BE13D-03DC-4329-ACCC-C42B299F31B7}"/>
              </a:ext>
            </a:extLst>
          </p:cNvPr>
          <p:cNvSpPr>
            <a:spLocks xmlns:a="http://schemas.openxmlformats.org/drawingml/2006/main" noGrp="1"/>
          </p:cNvSpPr>
          <p:nvPr/>
        </p:nvSpPr>
        <p:spPr>
          <a:xfrm xmlns:a="http://schemas.openxmlformats.org/drawingml/2006/main">
            <a:off x="6143625" y="3286125"/>
            <a:ext cx="57150" cy="78105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46" name="text-0617">
            <a:extLst xmlns:a="http://schemas.openxmlformats.org/drawingml/2006/main">
              <a:ext uri="{FF2B5EF4-FFF2-40B4-BE49-F238E27FC236}">
                <a16:creationId xmlns:a16="http://schemas.microsoft.com/office/drawing/2014/main" id="{5B32F508-410D-40D3-9680-FF3E06D702EF}"/>
              </a:ext>
            </a:extLst>
          </p:cNvPr>
          <p:cNvSpPr>
            <a:spLocks xmlns:a="http://schemas.openxmlformats.org/drawingml/2006/main" noGrp="1"/>
          </p:cNvSpPr>
          <p:nvPr/>
        </p:nvSpPr>
        <p:spPr>
          <a:xfrm xmlns:a="http://schemas.openxmlformats.org/drawingml/2006/main">
            <a:off x="6381750" y="3457575"/>
            <a:ext cx="1666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A74335"/>
                </a:solidFill>
                <a:latin typeface="PingFang SC"/>
                <a:ea typeface="PingFang SC"/>
                <a:cs typeface="PingFang SC"/>
              </a:defRPr>
            </a:pPr>
            <a:r>
              <a:rPr sz="1725" b="1">
                <a:solidFill>
                  <a:srgbClr val="A74335"/>
                </a:solidFill>
                <a:latin typeface="PingFang SC"/>
                <a:ea typeface="PingFang SC"/>
                <a:cs typeface="PingFang SC"/>
              </a:rPr>
              <a:t>AgenticHub</a:t>
            </a:r>
          </a:p>
        </p:txBody>
      </p:sp>
      <p:sp>
        <p:nvSpPr>
          <p:cNvPr id="47" name="text-0618">
            <a:extLst xmlns:a="http://schemas.openxmlformats.org/drawingml/2006/main">
              <a:ext uri="{FF2B5EF4-FFF2-40B4-BE49-F238E27FC236}">
                <a16:creationId xmlns:a16="http://schemas.microsoft.com/office/drawing/2014/main" id="{C539EA9E-892B-45D3-8940-4007F3F1DDFA}"/>
              </a:ext>
            </a:extLst>
          </p:cNvPr>
          <p:cNvSpPr>
            <a:spLocks xmlns:a="http://schemas.openxmlformats.org/drawingml/2006/main" noGrp="1"/>
          </p:cNvSpPr>
          <p:nvPr/>
        </p:nvSpPr>
        <p:spPr>
          <a:xfrm xmlns:a="http://schemas.openxmlformats.org/drawingml/2006/main">
            <a:off x="8143875" y="3429000"/>
            <a:ext cx="309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87287"/>
                </a:solidFill>
                <a:latin typeface="PingFang SC"/>
                <a:ea typeface="PingFang SC"/>
                <a:cs typeface="PingFang SC"/>
              </a:defRPr>
            </a:pPr>
            <a:r>
              <a:rPr sz="1125" b="0">
                <a:solidFill>
                  <a:srgbClr val="687287"/>
                </a:solidFill>
                <a:latin typeface="PingFang SC"/>
                <a:ea typeface="PingFang SC"/>
                <a:cs typeface="PingFang SC"/>
              </a:rPr>
              <a:t>在CSGHub中构建、配置、运行和协同智能体。</a:t>
            </a:r>
          </a:p>
        </p:txBody>
      </p:sp>
      <p:sp>
        <p:nvSpPr>
          <p:cNvPr id="48" name="rect-0619">
            <a:extLst xmlns:a="http://schemas.openxmlformats.org/drawingml/2006/main">
              <a:ext uri="{FF2B5EF4-FFF2-40B4-BE49-F238E27FC236}">
                <a16:creationId xmlns:a16="http://schemas.microsoft.com/office/drawing/2014/main" id="{28B45FC1-4F21-4363-A7D2-EABF7F0141EF}"/>
              </a:ext>
            </a:extLst>
          </p:cNvPr>
          <p:cNvSpPr>
            <a:spLocks xmlns:a="http://schemas.openxmlformats.org/drawingml/2006/main" noGrp="1"/>
          </p:cNvSpPr>
          <p:nvPr/>
        </p:nvSpPr>
        <p:spPr>
          <a:xfrm xmlns:a="http://schemas.openxmlformats.org/drawingml/2006/main">
            <a:off x="6143625" y="4238625"/>
            <a:ext cx="5362575" cy="781050"/>
          </a:xfrm>
          <a:prstGeom xmlns:a="http://schemas.openxmlformats.org/drawingml/2006/main" prst="rect">
            <a:avLst/>
          </a:prstGeom>
          <a:solidFill xmlns:a="http://schemas.openxmlformats.org/drawingml/2006/main">
            <a:srgbClr val="FFFDF8"/>
          </a:solidFill>
          <a:ln xmlns:a="http://schemas.openxmlformats.org/drawingml/2006/main" w="9525">
            <a:solidFill>
              <a:srgbClr val="D8D2C5"/>
            </a:solidFill>
            <a:prstDash val="solid"/>
          </a:ln>
        </p:spPr>
      </p:sp>
      <p:sp>
        <p:nvSpPr>
          <p:cNvPr id="49" name="rect-0620">
            <a:extLst xmlns:a="http://schemas.openxmlformats.org/drawingml/2006/main">
              <a:ext uri="{FF2B5EF4-FFF2-40B4-BE49-F238E27FC236}">
                <a16:creationId xmlns:a16="http://schemas.microsoft.com/office/drawing/2014/main" id="{E563EFC3-AFD9-498C-ABAD-9C16AA84A511}"/>
              </a:ext>
            </a:extLst>
          </p:cNvPr>
          <p:cNvSpPr>
            <a:spLocks xmlns:a="http://schemas.openxmlformats.org/drawingml/2006/main" noGrp="1"/>
          </p:cNvSpPr>
          <p:nvPr/>
        </p:nvSpPr>
        <p:spPr>
          <a:xfrm xmlns:a="http://schemas.openxmlformats.org/drawingml/2006/main">
            <a:off x="6143625" y="4238625"/>
            <a:ext cx="57150" cy="781050"/>
          </a:xfrm>
          <a:prstGeom xmlns:a="http://schemas.openxmlformats.org/drawingml/2006/main" prst="rect">
            <a:avLst/>
          </a:prstGeom>
          <a:solidFill xmlns:a="http://schemas.openxmlformats.org/drawingml/2006/main">
            <a:srgbClr val="3E6F61"/>
          </a:solidFill>
          <a:ln xmlns:a="http://schemas.openxmlformats.org/drawingml/2006/main" w="0">
            <a:noFill/>
            <a:prstDash val="solid"/>
          </a:ln>
        </p:spPr>
      </p:sp>
      <p:sp>
        <p:nvSpPr>
          <p:cNvPr id="50" name="text-0621">
            <a:extLst xmlns:a="http://schemas.openxmlformats.org/drawingml/2006/main">
              <a:ext uri="{FF2B5EF4-FFF2-40B4-BE49-F238E27FC236}">
                <a16:creationId xmlns:a16="http://schemas.microsoft.com/office/drawing/2014/main" id="{251A144E-9F94-41A5-82EA-ECC319DB8F73}"/>
              </a:ext>
            </a:extLst>
          </p:cNvPr>
          <p:cNvSpPr>
            <a:spLocks xmlns:a="http://schemas.openxmlformats.org/drawingml/2006/main" noGrp="1"/>
          </p:cNvSpPr>
          <p:nvPr/>
        </p:nvSpPr>
        <p:spPr>
          <a:xfrm xmlns:a="http://schemas.openxmlformats.org/drawingml/2006/main">
            <a:off x="6381750" y="4410075"/>
            <a:ext cx="1666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3E6F61"/>
                </a:solidFill>
                <a:latin typeface="PingFang SC"/>
                <a:ea typeface="PingFang SC"/>
                <a:cs typeface="PingFang SC"/>
              </a:defRPr>
            </a:pPr>
            <a:r>
              <a:rPr sz="1725" b="1">
                <a:solidFill>
                  <a:srgbClr val="3E6F61"/>
                </a:solidFill>
                <a:latin typeface="PingFang SC"/>
                <a:ea typeface="PingFang SC"/>
                <a:cs typeface="PingFang SC"/>
              </a:rPr>
              <a:t>CSGClaw</a:t>
            </a:r>
          </a:p>
        </p:txBody>
      </p:sp>
      <p:sp>
        <p:nvSpPr>
          <p:cNvPr id="51" name="text-0622">
            <a:extLst xmlns:a="http://schemas.openxmlformats.org/drawingml/2006/main">
              <a:ext uri="{FF2B5EF4-FFF2-40B4-BE49-F238E27FC236}">
                <a16:creationId xmlns:a16="http://schemas.microsoft.com/office/drawing/2014/main" id="{9BDF6B09-76D7-4FDE-A833-E25B9B906272}"/>
              </a:ext>
            </a:extLst>
          </p:cNvPr>
          <p:cNvSpPr>
            <a:spLocks xmlns:a="http://schemas.openxmlformats.org/drawingml/2006/main" noGrp="1"/>
          </p:cNvSpPr>
          <p:nvPr/>
        </p:nvSpPr>
        <p:spPr>
          <a:xfrm xmlns:a="http://schemas.openxmlformats.org/drawingml/2006/main">
            <a:off x="8143875" y="4381500"/>
            <a:ext cx="309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87287"/>
                </a:solidFill>
                <a:latin typeface="PingFang SC"/>
                <a:ea typeface="PingFang SC"/>
                <a:cs typeface="PingFang SC"/>
              </a:defRPr>
            </a:pPr>
            <a:r>
              <a:rPr sz="1125" b="0">
                <a:solidFill>
                  <a:srgbClr val="687287"/>
                </a:solidFill>
                <a:latin typeface="PingFang SC"/>
                <a:ea typeface="PingFang SC"/>
                <a:cs typeface="PingFang SC"/>
              </a:rPr>
              <a:t>本地多智能体协作平台，用管理者与角色化智能体组织数字团队。</a:t>
            </a:r>
          </a:p>
        </p:txBody>
      </p:sp>
      <p:sp>
        <p:nvSpPr>
          <p:cNvPr id="52" name="rect-0623">
            <a:extLst xmlns:a="http://schemas.openxmlformats.org/drawingml/2006/main">
              <a:ext uri="{FF2B5EF4-FFF2-40B4-BE49-F238E27FC236}">
                <a16:creationId xmlns:a16="http://schemas.microsoft.com/office/drawing/2014/main" id="{F337289A-FFB6-41E9-BCEE-E06787D0D30E}"/>
              </a:ext>
            </a:extLst>
          </p:cNvPr>
          <p:cNvSpPr>
            <a:spLocks xmlns:a="http://schemas.openxmlformats.org/drawingml/2006/main" noGrp="1"/>
          </p:cNvSpPr>
          <p:nvPr/>
        </p:nvSpPr>
        <p:spPr>
          <a:xfrm xmlns:a="http://schemas.openxmlformats.org/drawingml/2006/main">
            <a:off x="685800" y="5476875"/>
            <a:ext cx="10820400" cy="723900"/>
          </a:xfrm>
          <a:prstGeom xmlns:a="http://schemas.openxmlformats.org/drawingml/2006/main" prst="rect">
            <a:avLst/>
          </a:prstGeom>
          <a:solidFill xmlns:a="http://schemas.openxmlformats.org/drawingml/2006/main">
            <a:srgbClr val="FFFDF8"/>
          </a:solidFill>
          <a:ln xmlns:a="http://schemas.openxmlformats.org/drawingml/2006/main" w="0">
            <a:solidFill>
              <a:srgbClr val="D8D2C5"/>
            </a:solidFill>
            <a:prstDash val="solid"/>
          </a:ln>
        </p:spPr>
      </p:sp>
      <p:sp>
        <p:nvSpPr>
          <p:cNvPr id="53" name="rect-0624">
            <a:extLst xmlns:a="http://schemas.openxmlformats.org/drawingml/2006/main">
              <a:ext uri="{FF2B5EF4-FFF2-40B4-BE49-F238E27FC236}">
                <a16:creationId xmlns:a16="http://schemas.microsoft.com/office/drawing/2014/main" id="{E90E2BDA-6E5C-495E-8A2B-7AF51F9AF9FD}"/>
              </a:ext>
            </a:extLst>
          </p:cNvPr>
          <p:cNvSpPr>
            <a:spLocks xmlns:a="http://schemas.openxmlformats.org/drawingml/2006/main" noGrp="1"/>
          </p:cNvSpPr>
          <p:nvPr/>
        </p:nvSpPr>
        <p:spPr>
          <a:xfrm xmlns:a="http://schemas.openxmlformats.org/drawingml/2006/main">
            <a:off x="685800" y="5476875"/>
            <a:ext cx="57150" cy="72390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54" name="text-0625">
            <a:extLst xmlns:a="http://schemas.openxmlformats.org/drawingml/2006/main">
              <a:ext uri="{FF2B5EF4-FFF2-40B4-BE49-F238E27FC236}">
                <a16:creationId xmlns:a16="http://schemas.microsoft.com/office/drawing/2014/main" id="{1377B5A3-EE1B-4E27-B54A-61861A87A149}"/>
              </a:ext>
            </a:extLst>
          </p:cNvPr>
          <p:cNvSpPr>
            <a:spLocks xmlns:a="http://schemas.openxmlformats.org/drawingml/2006/main" noGrp="1"/>
          </p:cNvSpPr>
          <p:nvPr/>
        </p:nvSpPr>
        <p:spPr>
          <a:xfrm xmlns:a="http://schemas.openxmlformats.org/drawingml/2006/main">
            <a:off x="933450" y="561975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182338"/>
                </a:solidFill>
                <a:latin typeface="PingFang SC"/>
                <a:ea typeface="PingFang SC"/>
                <a:cs typeface="PingFang SC"/>
              </a:defRPr>
            </a:pPr>
            <a:r>
              <a:rPr sz="1650" b="1">
                <a:solidFill>
                  <a:srgbClr val="182338"/>
                </a:solidFill>
                <a:latin typeface="PingFang SC"/>
                <a:ea typeface="PingFang SC"/>
                <a:cs typeface="PingFang SC"/>
              </a:rPr>
              <a:t>产品会迭代，真正可积累的是：自己的数据资产、业务知识、工作流程和反馈闭环。</a:t>
            </a:r>
          </a:p>
        </p:txBody>
      </p:sp>
      <p:sp>
        <p:nvSpPr>
          <p:cNvPr id="55" name="text-0626">
            <a:extLst xmlns:a="http://schemas.openxmlformats.org/drawingml/2006/main">
              <a:ext uri="{FF2B5EF4-FFF2-40B4-BE49-F238E27FC236}">
                <a16:creationId xmlns:a16="http://schemas.microsoft.com/office/drawing/2014/main" id="{70C43C6E-B4AC-48C7-B4CD-6D766AC4E13E}"/>
              </a:ext>
            </a:extLst>
          </p:cNvPr>
          <p:cNvSpPr>
            <a:spLocks xmlns:a="http://schemas.openxmlformats.org/drawingml/2006/main" noGrp="1"/>
          </p:cNvSpPr>
          <p:nvPr/>
        </p:nvSpPr>
        <p:spPr>
          <a:xfrm xmlns:a="http://schemas.openxmlformats.org/drawingml/2006/main">
            <a:off x="685800" y="636270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87287"/>
                </a:solidFill>
                <a:latin typeface="PingFang SC"/>
                <a:ea typeface="PingFang SC"/>
                <a:cs typeface="PingFang SC"/>
              </a:defRPr>
            </a:pPr>
            <a:r>
              <a:rPr sz="825" b="0">
                <a:solidFill>
                  <a:srgbClr val="687287"/>
                </a:solidFill>
                <a:latin typeface="PingFang SC"/>
                <a:ea typeface="PingFang SC"/>
                <a:cs typeface="PingFang SC"/>
              </a:rPr>
              <a:t>产品定位以当前官方文档为准；本页不代表具体环境已经部署、接通或验收。</a:t>
            </a:r>
          </a:p>
        </p:txBody>
      </p:sp>
    </p:spTree>
    <p:extLst>
      <p:ext uri="{BB962C8B-B14F-4D97-AF65-F5344CB8AC3E}">
        <p14:creationId xmlns:p14="http://schemas.microsoft.com/office/powerpoint/2010/main" val="525058908"/>
      </p:ext>
    </p:extLst>
  </p:cSld>
</p:sld>
</file>

<file path=ppt/slides/slide1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52" name="rect-0627">
            <a:extLst xmlns:a="http://schemas.openxmlformats.org/drawingml/2006/main">
              <a:ext uri="{FF2B5EF4-FFF2-40B4-BE49-F238E27FC236}">
                <a16:creationId xmlns:a16="http://schemas.microsoft.com/office/drawing/2014/main" id="{03C4D37E-7D89-4ACF-AFBB-FB2246896938}"/>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 name="rect-0628">
            <a:extLst xmlns:a="http://schemas.openxmlformats.org/drawingml/2006/main">
              <a:ext uri="{FF2B5EF4-FFF2-40B4-BE49-F238E27FC236}">
                <a16:creationId xmlns:a16="http://schemas.microsoft.com/office/drawing/2014/main" id="{79599FF9-6828-4679-84F2-21BE322C6877}"/>
              </a:ext>
            </a:extLst>
          </p:cNvPr>
          <p:cNvSpPr>
            <a:spLocks xmlns:a="http://schemas.openxmlformats.org/drawingml/2006/main" noGrp="1"/>
          </p:cNvSpPr>
          <p:nvPr/>
        </p:nvSpPr>
        <p:spPr>
          <a:xfrm xmlns:a="http://schemas.openxmlformats.org/drawingml/2006/main">
            <a:off x="838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3" name="rect-0629">
            <a:extLst xmlns:a="http://schemas.openxmlformats.org/drawingml/2006/main">
              <a:ext uri="{FF2B5EF4-FFF2-40B4-BE49-F238E27FC236}">
                <a16:creationId xmlns:a16="http://schemas.microsoft.com/office/drawing/2014/main" id="{DB074845-772F-4CC8-8F08-E5AFD7A01361}"/>
              </a:ext>
            </a:extLst>
          </p:cNvPr>
          <p:cNvSpPr>
            <a:spLocks xmlns:a="http://schemas.openxmlformats.org/drawingml/2006/main" noGrp="1"/>
          </p:cNvSpPr>
          <p:nvPr/>
        </p:nvSpPr>
        <p:spPr>
          <a:xfrm xmlns:a="http://schemas.openxmlformats.org/drawingml/2006/main">
            <a:off x="1676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4" name="rect-0630">
            <a:extLst xmlns:a="http://schemas.openxmlformats.org/drawingml/2006/main">
              <a:ext uri="{FF2B5EF4-FFF2-40B4-BE49-F238E27FC236}">
                <a16:creationId xmlns:a16="http://schemas.microsoft.com/office/drawing/2014/main" id="{09DAAC11-2442-47AD-93EA-C511BA1C1B87}"/>
              </a:ext>
            </a:extLst>
          </p:cNvPr>
          <p:cNvSpPr>
            <a:spLocks xmlns:a="http://schemas.openxmlformats.org/drawingml/2006/main" noGrp="1"/>
          </p:cNvSpPr>
          <p:nvPr/>
        </p:nvSpPr>
        <p:spPr>
          <a:xfrm xmlns:a="http://schemas.openxmlformats.org/drawingml/2006/main">
            <a:off x="2514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5" name="rect-0631">
            <a:extLst xmlns:a="http://schemas.openxmlformats.org/drawingml/2006/main">
              <a:ext uri="{FF2B5EF4-FFF2-40B4-BE49-F238E27FC236}">
                <a16:creationId xmlns:a16="http://schemas.microsoft.com/office/drawing/2014/main" id="{03353AC1-0DE9-4810-9FCB-C0C6D68F2197}"/>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6" name="rect-0632">
            <a:extLst xmlns:a="http://schemas.openxmlformats.org/drawingml/2006/main">
              <a:ext uri="{FF2B5EF4-FFF2-40B4-BE49-F238E27FC236}">
                <a16:creationId xmlns:a16="http://schemas.microsoft.com/office/drawing/2014/main" id="{0AE6EC1D-38E9-4A0C-8D20-B5E3276C647C}"/>
              </a:ext>
            </a:extLst>
          </p:cNvPr>
          <p:cNvSpPr>
            <a:spLocks xmlns:a="http://schemas.openxmlformats.org/drawingml/2006/main" noGrp="1"/>
          </p:cNvSpPr>
          <p:nvPr/>
        </p:nvSpPr>
        <p:spPr>
          <a:xfrm xmlns:a="http://schemas.openxmlformats.org/drawingml/2006/main">
            <a:off x="4191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7" name="rect-0633">
            <a:extLst xmlns:a="http://schemas.openxmlformats.org/drawingml/2006/main">
              <a:ext uri="{FF2B5EF4-FFF2-40B4-BE49-F238E27FC236}">
                <a16:creationId xmlns:a16="http://schemas.microsoft.com/office/drawing/2014/main" id="{75A26F78-87F5-49B1-8850-79A85CABCE06}"/>
              </a:ext>
            </a:extLst>
          </p:cNvPr>
          <p:cNvSpPr>
            <a:spLocks xmlns:a="http://schemas.openxmlformats.org/drawingml/2006/main" noGrp="1"/>
          </p:cNvSpPr>
          <p:nvPr/>
        </p:nvSpPr>
        <p:spPr>
          <a:xfrm xmlns:a="http://schemas.openxmlformats.org/drawingml/2006/main">
            <a:off x="5029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8" name="rect-0634">
            <a:extLst xmlns:a="http://schemas.openxmlformats.org/drawingml/2006/main">
              <a:ext uri="{FF2B5EF4-FFF2-40B4-BE49-F238E27FC236}">
                <a16:creationId xmlns:a16="http://schemas.microsoft.com/office/drawing/2014/main" id="{1ED454E0-DAC5-4805-8990-C5F7DFB3A65C}"/>
              </a:ext>
            </a:extLst>
          </p:cNvPr>
          <p:cNvSpPr>
            <a:spLocks xmlns:a="http://schemas.openxmlformats.org/drawingml/2006/main" noGrp="1"/>
          </p:cNvSpPr>
          <p:nvPr/>
        </p:nvSpPr>
        <p:spPr>
          <a:xfrm xmlns:a="http://schemas.openxmlformats.org/drawingml/2006/main">
            <a:off x="5867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9" name="rect-0635">
            <a:extLst xmlns:a="http://schemas.openxmlformats.org/drawingml/2006/main">
              <a:ext uri="{FF2B5EF4-FFF2-40B4-BE49-F238E27FC236}">
                <a16:creationId xmlns:a16="http://schemas.microsoft.com/office/drawing/2014/main" id="{42E6FA5F-A6C3-41D9-81FD-ACF11924A66F}"/>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0" name="rect-0636">
            <a:extLst xmlns:a="http://schemas.openxmlformats.org/drawingml/2006/main">
              <a:ext uri="{FF2B5EF4-FFF2-40B4-BE49-F238E27FC236}">
                <a16:creationId xmlns:a16="http://schemas.microsoft.com/office/drawing/2014/main" id="{B89E7EB3-EEF0-4D24-9B22-37DA13B9E37E}"/>
              </a:ext>
            </a:extLst>
          </p:cNvPr>
          <p:cNvSpPr>
            <a:spLocks xmlns:a="http://schemas.openxmlformats.org/drawingml/2006/main" noGrp="1"/>
          </p:cNvSpPr>
          <p:nvPr/>
        </p:nvSpPr>
        <p:spPr>
          <a:xfrm xmlns:a="http://schemas.openxmlformats.org/drawingml/2006/main">
            <a:off x="7543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1" name="rect-0637">
            <a:extLst xmlns:a="http://schemas.openxmlformats.org/drawingml/2006/main">
              <a:ext uri="{FF2B5EF4-FFF2-40B4-BE49-F238E27FC236}">
                <a16:creationId xmlns:a16="http://schemas.microsoft.com/office/drawing/2014/main" id="{5B17D823-58F5-4AFF-84C8-A684F110FB08}"/>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2" name="rect-0638">
            <a:extLst xmlns:a="http://schemas.openxmlformats.org/drawingml/2006/main">
              <a:ext uri="{FF2B5EF4-FFF2-40B4-BE49-F238E27FC236}">
                <a16:creationId xmlns:a16="http://schemas.microsoft.com/office/drawing/2014/main" id="{43E0B519-DDD1-40C2-A7A8-5EB54F3813C1}"/>
              </a:ext>
            </a:extLst>
          </p:cNvPr>
          <p:cNvSpPr>
            <a:spLocks xmlns:a="http://schemas.openxmlformats.org/drawingml/2006/main" noGrp="1"/>
          </p:cNvSpPr>
          <p:nvPr/>
        </p:nvSpPr>
        <p:spPr>
          <a:xfrm xmlns:a="http://schemas.openxmlformats.org/drawingml/2006/main">
            <a:off x="9220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3" name="rect-0639">
            <a:extLst xmlns:a="http://schemas.openxmlformats.org/drawingml/2006/main">
              <a:ext uri="{FF2B5EF4-FFF2-40B4-BE49-F238E27FC236}">
                <a16:creationId xmlns:a16="http://schemas.microsoft.com/office/drawing/2014/main" id="{6AE9C854-F83E-45CF-93BD-6C2D46C3E7AA}"/>
              </a:ext>
            </a:extLst>
          </p:cNvPr>
          <p:cNvSpPr>
            <a:spLocks xmlns:a="http://schemas.openxmlformats.org/drawingml/2006/main" noGrp="1"/>
          </p:cNvSpPr>
          <p:nvPr/>
        </p:nvSpPr>
        <p:spPr>
          <a:xfrm xmlns:a="http://schemas.openxmlformats.org/drawingml/2006/main">
            <a:off x="10058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4" name="rect-0640">
            <a:extLst xmlns:a="http://schemas.openxmlformats.org/drawingml/2006/main">
              <a:ext uri="{FF2B5EF4-FFF2-40B4-BE49-F238E27FC236}">
                <a16:creationId xmlns:a16="http://schemas.microsoft.com/office/drawing/2014/main" id="{824EA0F2-466D-4F17-8B6F-DA952AAE098B}"/>
              </a:ext>
            </a:extLst>
          </p:cNvPr>
          <p:cNvSpPr>
            <a:spLocks xmlns:a="http://schemas.openxmlformats.org/drawingml/2006/main" noGrp="1"/>
          </p:cNvSpPr>
          <p:nvPr/>
        </p:nvSpPr>
        <p:spPr>
          <a:xfrm xmlns:a="http://schemas.openxmlformats.org/drawingml/2006/main">
            <a:off x="10896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5" name="rect-0641">
            <a:extLst xmlns:a="http://schemas.openxmlformats.org/drawingml/2006/main">
              <a:ext uri="{FF2B5EF4-FFF2-40B4-BE49-F238E27FC236}">
                <a16:creationId xmlns:a16="http://schemas.microsoft.com/office/drawing/2014/main" id="{B7880D80-A32A-4F99-A799-7F2FDAE77253}"/>
              </a:ext>
            </a:extLst>
          </p:cNvPr>
          <p:cNvSpPr>
            <a:spLocks xmlns:a="http://schemas.openxmlformats.org/drawingml/2006/main" noGrp="1"/>
          </p:cNvSpPr>
          <p:nvPr/>
        </p:nvSpPr>
        <p:spPr>
          <a:xfrm xmlns:a="http://schemas.openxmlformats.org/drawingml/2006/main">
            <a:off x="11734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6" name="rect-0642">
            <a:extLst xmlns:a="http://schemas.openxmlformats.org/drawingml/2006/main">
              <a:ext uri="{FF2B5EF4-FFF2-40B4-BE49-F238E27FC236}">
                <a16:creationId xmlns:a16="http://schemas.microsoft.com/office/drawing/2014/main" id="{316D84C0-00AD-4E84-884E-59A3271F5511}"/>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7" name="rect-0643">
            <a:extLst xmlns:a="http://schemas.openxmlformats.org/drawingml/2006/main">
              <a:ext uri="{FF2B5EF4-FFF2-40B4-BE49-F238E27FC236}">
                <a16:creationId xmlns:a16="http://schemas.microsoft.com/office/drawing/2014/main" id="{9B5FDE5D-2CD8-4C03-B179-4E8B4DD99648}"/>
              </a:ext>
            </a:extLst>
          </p:cNvPr>
          <p:cNvSpPr>
            <a:spLocks xmlns:a="http://schemas.openxmlformats.org/drawingml/2006/main" noGrp="1"/>
          </p:cNvSpPr>
          <p:nvPr/>
        </p:nvSpPr>
        <p:spPr>
          <a:xfrm xmlns:a="http://schemas.openxmlformats.org/drawingml/2006/main">
            <a:off x="0" y="838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8" name="rect-0644">
            <a:extLst xmlns:a="http://schemas.openxmlformats.org/drawingml/2006/main">
              <a:ext uri="{FF2B5EF4-FFF2-40B4-BE49-F238E27FC236}">
                <a16:creationId xmlns:a16="http://schemas.microsoft.com/office/drawing/2014/main" id="{50ECFC52-7567-4872-88C0-8374DB52DEDC}"/>
              </a:ext>
            </a:extLst>
          </p:cNvPr>
          <p:cNvSpPr>
            <a:spLocks xmlns:a="http://schemas.openxmlformats.org/drawingml/2006/main" noGrp="1"/>
          </p:cNvSpPr>
          <p:nvPr/>
        </p:nvSpPr>
        <p:spPr>
          <a:xfrm xmlns:a="http://schemas.openxmlformats.org/drawingml/2006/main">
            <a:off x="0" y="1676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9" name="rect-0645">
            <a:extLst xmlns:a="http://schemas.openxmlformats.org/drawingml/2006/main">
              <a:ext uri="{FF2B5EF4-FFF2-40B4-BE49-F238E27FC236}">
                <a16:creationId xmlns:a16="http://schemas.microsoft.com/office/drawing/2014/main" id="{7BCBE9F1-AB5E-493D-BAC7-34D536526082}"/>
              </a:ext>
            </a:extLst>
          </p:cNvPr>
          <p:cNvSpPr>
            <a:spLocks xmlns:a="http://schemas.openxmlformats.org/drawingml/2006/main" noGrp="1"/>
          </p:cNvSpPr>
          <p:nvPr/>
        </p:nvSpPr>
        <p:spPr>
          <a:xfrm xmlns:a="http://schemas.openxmlformats.org/drawingml/2006/main">
            <a:off x="0" y="2514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0" name="rect-0646">
            <a:extLst xmlns:a="http://schemas.openxmlformats.org/drawingml/2006/main">
              <a:ext uri="{FF2B5EF4-FFF2-40B4-BE49-F238E27FC236}">
                <a16:creationId xmlns:a16="http://schemas.microsoft.com/office/drawing/2014/main" id="{52E4FFD5-4E28-4690-9F52-A1CECEF4E426}"/>
              </a:ext>
            </a:extLst>
          </p:cNvPr>
          <p:cNvSpPr>
            <a:spLocks xmlns:a="http://schemas.openxmlformats.org/drawingml/2006/main" noGrp="1"/>
          </p:cNvSpPr>
          <p:nvPr/>
        </p:nvSpPr>
        <p:spPr>
          <a:xfrm xmlns:a="http://schemas.openxmlformats.org/drawingml/2006/main">
            <a:off x="0" y="33528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1" name="rect-0647">
            <a:extLst xmlns:a="http://schemas.openxmlformats.org/drawingml/2006/main">
              <a:ext uri="{FF2B5EF4-FFF2-40B4-BE49-F238E27FC236}">
                <a16:creationId xmlns:a16="http://schemas.microsoft.com/office/drawing/2014/main" id="{72C37713-833B-48EC-9C82-3F5988372F1B}"/>
              </a:ext>
            </a:extLst>
          </p:cNvPr>
          <p:cNvSpPr>
            <a:spLocks xmlns:a="http://schemas.openxmlformats.org/drawingml/2006/main" noGrp="1"/>
          </p:cNvSpPr>
          <p:nvPr/>
        </p:nvSpPr>
        <p:spPr>
          <a:xfrm xmlns:a="http://schemas.openxmlformats.org/drawingml/2006/main">
            <a:off x="0" y="41910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2" name="rect-0648">
            <a:extLst xmlns:a="http://schemas.openxmlformats.org/drawingml/2006/main">
              <a:ext uri="{FF2B5EF4-FFF2-40B4-BE49-F238E27FC236}">
                <a16:creationId xmlns:a16="http://schemas.microsoft.com/office/drawing/2014/main" id="{9CB5B516-68B2-4CD5-8CCC-DDCA6DAF8741}"/>
              </a:ext>
            </a:extLst>
          </p:cNvPr>
          <p:cNvSpPr>
            <a:spLocks xmlns:a="http://schemas.openxmlformats.org/drawingml/2006/main" noGrp="1"/>
          </p:cNvSpPr>
          <p:nvPr/>
        </p:nvSpPr>
        <p:spPr>
          <a:xfrm xmlns:a="http://schemas.openxmlformats.org/drawingml/2006/main">
            <a:off x="0" y="5029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3" name="rect-0649">
            <a:extLst xmlns:a="http://schemas.openxmlformats.org/drawingml/2006/main">
              <a:ext uri="{FF2B5EF4-FFF2-40B4-BE49-F238E27FC236}">
                <a16:creationId xmlns:a16="http://schemas.microsoft.com/office/drawing/2014/main" id="{CC3D5CBC-A562-4E82-BB15-4414FE153206}"/>
              </a:ext>
            </a:extLst>
          </p:cNvPr>
          <p:cNvSpPr>
            <a:spLocks xmlns:a="http://schemas.openxmlformats.org/drawingml/2006/main" noGrp="1"/>
          </p:cNvSpPr>
          <p:nvPr/>
        </p:nvSpPr>
        <p:spPr>
          <a:xfrm xmlns:a="http://schemas.openxmlformats.org/drawingml/2006/main">
            <a:off x="0" y="5867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4" name="rect-0650">
            <a:extLst xmlns:a="http://schemas.openxmlformats.org/drawingml/2006/main">
              <a:ext uri="{FF2B5EF4-FFF2-40B4-BE49-F238E27FC236}">
                <a16:creationId xmlns:a16="http://schemas.microsoft.com/office/drawing/2014/main" id="{9C35A1D3-AC75-4A1B-BABC-E77078712AA0}"/>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5" name="rect-0651">
            <a:extLst xmlns:a="http://schemas.openxmlformats.org/drawingml/2006/main">
              <a:ext uri="{FF2B5EF4-FFF2-40B4-BE49-F238E27FC236}">
                <a16:creationId xmlns:a16="http://schemas.microsoft.com/office/drawing/2014/main" id="{346DB7EE-AD04-4094-A901-24795BC09ED1}"/>
              </a:ext>
            </a:extLst>
          </p:cNvPr>
          <p:cNvSpPr>
            <a:spLocks xmlns:a="http://schemas.openxmlformats.org/drawingml/2006/main" noGrp="1"/>
          </p:cNvSpPr>
          <p:nvPr/>
        </p:nvSpPr>
        <p:spPr>
          <a:xfrm xmlns:a="http://schemas.openxmlformats.org/drawingml/2006/main">
            <a:off x="0" y="0"/>
            <a:ext cx="3171825" cy="7620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26" name="rect-0652">
            <a:extLst xmlns:a="http://schemas.openxmlformats.org/drawingml/2006/main">
              <a:ext uri="{FF2B5EF4-FFF2-40B4-BE49-F238E27FC236}">
                <a16:creationId xmlns:a16="http://schemas.microsoft.com/office/drawing/2014/main" id="{C3FCD411-8CC1-4963-A0B3-1BB2F9FF0E8C}"/>
              </a:ext>
            </a:extLst>
          </p:cNvPr>
          <p:cNvSpPr>
            <a:spLocks xmlns:a="http://schemas.openxmlformats.org/drawingml/2006/main" noGrp="1"/>
          </p:cNvSpPr>
          <p:nvPr/>
        </p:nvSpPr>
        <p:spPr>
          <a:xfrm xmlns:a="http://schemas.openxmlformats.org/drawingml/2006/main">
            <a:off x="3171825" y="0"/>
            <a:ext cx="1952625" cy="76200"/>
          </a:xfrm>
          <a:prstGeom xmlns:a="http://schemas.openxmlformats.org/drawingml/2006/main" prst="rect">
            <a:avLst/>
          </a:prstGeom>
          <a:solidFill xmlns:a="http://schemas.openxmlformats.org/drawingml/2006/main">
            <a:srgbClr val="B8842F"/>
          </a:solidFill>
          <a:ln xmlns:a="http://schemas.openxmlformats.org/drawingml/2006/main" w="0">
            <a:noFill/>
            <a:prstDash val="solid"/>
          </a:ln>
        </p:spPr>
      </p:sp>
      <p:sp>
        <p:nvSpPr>
          <p:cNvPr id="27" name="rect-0653">
            <a:extLst xmlns:a="http://schemas.openxmlformats.org/drawingml/2006/main">
              <a:ext uri="{FF2B5EF4-FFF2-40B4-BE49-F238E27FC236}">
                <a16:creationId xmlns:a16="http://schemas.microsoft.com/office/drawing/2014/main" id="{15423900-724A-4718-A4E9-DC29A71D129F}"/>
              </a:ext>
            </a:extLst>
          </p:cNvPr>
          <p:cNvSpPr>
            <a:spLocks xmlns:a="http://schemas.openxmlformats.org/drawingml/2006/main" noGrp="1"/>
          </p:cNvSpPr>
          <p:nvPr/>
        </p:nvSpPr>
        <p:spPr>
          <a:xfrm xmlns:a="http://schemas.openxmlformats.org/drawingml/2006/main">
            <a:off x="5124450" y="0"/>
            <a:ext cx="7067550" cy="76200"/>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pic>
        <p:nvPicPr>
          <p:cNvPr id="79" name=""/>
          <p:cNvPicPr>
            <a:picLocks xmlns:a="http://schemas.openxmlformats.org/drawingml/2006/main" noChangeAspect="1"/>
          </p:cNvPicPr>
          <p:nvPr/>
        </p:nvPicPr>
        <p:blipFill>
          <a:blip xmlns:r="http://schemas.openxmlformats.org/officeDocument/2006/relationships" xmlns:a="http://schemas.openxmlformats.org/drawingml/2006/main" r:embed="Rca52e79932754a6b">
            <a:extLst>
              <a:ext uri="{96DAC541-7B7A-43D3-8B79-37D633B846F1}">
                <asvg:svgBlip xmlns:asvg="http://schemas.microsoft.com/office/drawing/2016/SVG/main" r:embed="R9915afa7a4374d64"/>
              </a:ext>
            </a:extLst>
          </a:blip>
          <a:stretch xmlns:a="http://schemas.openxmlformats.org/drawingml/2006/main"/>
        </p:blipFill>
        <p:spPr>
          <a:xfrm xmlns:a="http://schemas.openxmlformats.org/drawingml/2006/main">
            <a:off x="9871043" y="289560"/>
            <a:ext cx="1863757" cy="539115"/>
          </a:xfrm>
          <a:prstGeom xmlns:a="http://schemas.openxmlformats.org/drawingml/2006/main" prst="rect">
            <a:avLst/>
          </a:prstGeom>
        </p:spPr>
      </p:pic>
      <p:sp>
        <p:nvSpPr>
          <p:cNvPr id="29" name="text-0654">
            <a:extLst xmlns:a="http://schemas.openxmlformats.org/drawingml/2006/main">
              <a:ext uri="{FF2B5EF4-FFF2-40B4-BE49-F238E27FC236}">
                <a16:creationId xmlns:a16="http://schemas.microsoft.com/office/drawing/2014/main" id="{81268D2D-7F4E-4985-87E9-944897BF1B7B}"/>
              </a:ext>
            </a:extLst>
          </p:cNvPr>
          <p:cNvSpPr>
            <a:spLocks xmlns:a="http://schemas.openxmlformats.org/drawingml/2006/main" noGrp="1"/>
          </p:cNvSpPr>
          <p:nvPr/>
        </p:nvSpPr>
        <p:spPr>
          <a:xfrm xmlns:a="http://schemas.openxmlformats.org/drawingml/2006/main">
            <a:off x="685800" y="6572250"/>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87287"/>
                </a:solidFill>
                <a:latin typeface="PingFang SC"/>
                <a:ea typeface="PingFang SC"/>
                <a:cs typeface="PingFang SC"/>
              </a:defRPr>
            </a:pPr>
            <a:r>
              <a:rPr sz="825" b="0">
                <a:solidFill>
                  <a:srgbClr val="687287"/>
                </a:solidFill>
                <a:latin typeface="PingFang SC"/>
                <a:ea typeface="PingFang SC"/>
                <a:cs typeface="PingFang SC"/>
              </a:rPr>
              <a:t>开放东方 · AI使用培训</a:t>
            </a:r>
          </a:p>
        </p:txBody>
      </p:sp>
      <p:sp>
        <p:nvSpPr>
          <p:cNvPr id="30" name="text-0655">
            <a:extLst xmlns:a="http://schemas.openxmlformats.org/drawingml/2006/main">
              <a:ext uri="{FF2B5EF4-FFF2-40B4-BE49-F238E27FC236}">
                <a16:creationId xmlns:a16="http://schemas.microsoft.com/office/drawing/2014/main" id="{F3001FA7-9FF3-4497-8E10-BC490F32F0F3}"/>
              </a:ext>
            </a:extLst>
          </p:cNvPr>
          <p:cNvSpPr>
            <a:spLocks xmlns:a="http://schemas.openxmlformats.org/drawingml/2006/main" noGrp="1"/>
          </p:cNvSpPr>
          <p:nvPr/>
        </p:nvSpPr>
        <p:spPr>
          <a:xfrm xmlns:a="http://schemas.openxmlformats.org/drawingml/2006/main">
            <a:off x="11239500" y="65151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A74335"/>
                </a:solidFill>
                <a:latin typeface="PingFang SC"/>
                <a:ea typeface="PingFang SC"/>
                <a:cs typeface="PingFang SC"/>
              </a:defRPr>
            </a:pPr>
            <a:r>
              <a:rPr sz="975" b="1">
                <a:solidFill>
                  <a:srgbClr val="A74335"/>
                </a:solidFill>
                <a:latin typeface="PingFang SC"/>
                <a:ea typeface="PingFang SC"/>
                <a:cs typeface="PingFang SC"/>
              </a:rPr>
              <a:t>12</a:t>
            </a:r>
          </a:p>
        </p:txBody>
      </p:sp>
      <p:sp>
        <p:nvSpPr>
          <p:cNvPr id="31" name="rect-0656">
            <a:extLst xmlns:a="http://schemas.openxmlformats.org/drawingml/2006/main">
              <a:ext uri="{FF2B5EF4-FFF2-40B4-BE49-F238E27FC236}">
                <a16:creationId xmlns:a16="http://schemas.microsoft.com/office/drawing/2014/main" id="{4F7BD0FA-72A2-4A1C-9789-C1DB62F048A5}"/>
              </a:ext>
            </a:extLst>
          </p:cNvPr>
          <p:cNvSpPr>
            <a:spLocks xmlns:a="http://schemas.openxmlformats.org/drawingml/2006/main" noGrp="1"/>
          </p:cNvSpPr>
          <p:nvPr/>
        </p:nvSpPr>
        <p:spPr>
          <a:xfrm xmlns:a="http://schemas.openxmlformats.org/drawingml/2006/main">
            <a:off x="685800" y="619125"/>
            <a:ext cx="323850" cy="28575"/>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32" name="text-0657">
            <a:extLst xmlns:a="http://schemas.openxmlformats.org/drawingml/2006/main">
              <a:ext uri="{FF2B5EF4-FFF2-40B4-BE49-F238E27FC236}">
                <a16:creationId xmlns:a16="http://schemas.microsoft.com/office/drawing/2014/main" id="{0B28A53D-D7C1-4127-A2A8-94D321595AA5}"/>
              </a:ext>
            </a:extLst>
          </p:cNvPr>
          <p:cNvSpPr>
            <a:spLocks xmlns:a="http://schemas.openxmlformats.org/drawingml/2006/main" noGrp="1"/>
          </p:cNvSpPr>
          <p:nvPr/>
        </p:nvSpPr>
        <p:spPr>
          <a:xfrm xmlns:a="http://schemas.openxmlformats.org/drawingml/2006/main">
            <a:off x="1123950" y="504825"/>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335"/>
                </a:solidFill>
                <a:latin typeface="PingFang SC"/>
                <a:ea typeface="PingFang SC"/>
                <a:cs typeface="PingFang SC"/>
              </a:defRPr>
            </a:pPr>
            <a:r>
              <a:rPr sz="1125" b="1">
                <a:solidFill>
                  <a:srgbClr val="A74335"/>
                </a:solidFill>
                <a:latin typeface="PingFang SC"/>
                <a:ea typeface="PingFang SC"/>
                <a:cs typeface="PingFang SC"/>
              </a:rPr>
              <a:t>11 · AI时代，人最需要升级什么</a:t>
            </a:r>
          </a:p>
        </p:txBody>
      </p:sp>
      <p:sp>
        <p:nvSpPr>
          <p:cNvPr id="33" name="text-0658">
            <a:extLst xmlns:a="http://schemas.openxmlformats.org/drawingml/2006/main">
              <a:ext uri="{FF2B5EF4-FFF2-40B4-BE49-F238E27FC236}">
                <a16:creationId xmlns:a16="http://schemas.microsoft.com/office/drawing/2014/main" id="{490B64B8-FFE7-453F-9423-D89232EC17CB}"/>
              </a:ext>
            </a:extLst>
          </p:cNvPr>
          <p:cNvSpPr>
            <a:spLocks xmlns:a="http://schemas.openxmlformats.org/drawingml/2006/main" noGrp="1"/>
          </p:cNvSpPr>
          <p:nvPr/>
        </p:nvSpPr>
        <p:spPr>
          <a:xfrm xmlns:a="http://schemas.openxmlformats.org/drawingml/2006/main">
            <a:off x="685800" y="981075"/>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299"/>
          </a:bodyPr>
          <a:lstStyle xmlns:a="http://schemas.openxmlformats.org/drawingml/2006/main"/>
          <a:p xmlns:a="http://schemas.openxmlformats.org/drawingml/2006/main">
            <a:pPr algn="l">
              <a:lnSpc>
                <a:spcPct val="95000"/>
              </a:lnSpc>
              <a:buNone/>
              <a:defRPr sz="3825" b="1">
                <a:solidFill>
                  <a:srgbClr val="182338"/>
                </a:solidFill>
                <a:latin typeface="Songti SC"/>
                <a:ea typeface="Songti SC"/>
                <a:cs typeface="Songti SC"/>
              </a:defRPr>
            </a:pPr>
            <a:r>
              <a:rPr sz="3825" b="1">
                <a:solidFill>
                  <a:srgbClr val="182338"/>
                </a:solidFill>
                <a:latin typeface="Songti SC"/>
                <a:ea typeface="Songti SC"/>
                <a:cs typeface="Songti SC"/>
              </a:rPr>
              <a:t>本课程建议重点训练</a:t>
            </a:r>
          </a:p>
          <a:p xmlns:a="http://schemas.openxmlformats.org/drawingml/2006/main">
            <a:pPr algn="l">
              <a:lnSpc>
                <a:spcPct val="95000"/>
              </a:lnSpc>
              <a:buNone/>
              <a:defRPr sz="3825" b="1">
                <a:solidFill>
                  <a:srgbClr val="182338"/>
                </a:solidFill>
                <a:latin typeface="Songti SC"/>
                <a:ea typeface="Songti SC"/>
                <a:cs typeface="Songti SC"/>
              </a:defRPr>
            </a:pPr>
            <a:r>
              <a:rPr sz="3825" b="1">
                <a:solidFill>
                  <a:srgbClr val="182338"/>
                </a:solidFill>
                <a:latin typeface="Songti SC"/>
                <a:ea typeface="Songti SC"/>
                <a:cs typeface="Songti SC"/>
              </a:rPr>
              <a:t>三项能力</a:t>
            </a:r>
          </a:p>
        </p:txBody>
      </p:sp>
      <p:sp>
        <p:nvSpPr>
          <p:cNvPr id="34" name="rect-0659">
            <a:extLst xmlns:a="http://schemas.openxmlformats.org/drawingml/2006/main">
              <a:ext uri="{FF2B5EF4-FFF2-40B4-BE49-F238E27FC236}">
                <a16:creationId xmlns:a16="http://schemas.microsoft.com/office/drawing/2014/main" id="{42A3C6E6-FC04-4E16-BC4D-D95C975E9228}"/>
              </a:ext>
            </a:extLst>
          </p:cNvPr>
          <p:cNvSpPr>
            <a:spLocks xmlns:a="http://schemas.openxmlformats.org/drawingml/2006/main" noGrp="1"/>
          </p:cNvSpPr>
          <p:nvPr/>
        </p:nvSpPr>
        <p:spPr>
          <a:xfrm xmlns:a="http://schemas.openxmlformats.org/drawingml/2006/main">
            <a:off x="685800" y="2571750"/>
            <a:ext cx="3429000" cy="2571750"/>
          </a:xfrm>
          <a:prstGeom xmlns:a="http://schemas.openxmlformats.org/drawingml/2006/main" prst="rect">
            <a:avLst/>
          </a:prstGeom>
          <a:solidFill xmlns:a="http://schemas.openxmlformats.org/drawingml/2006/main">
            <a:srgbClr val="FFFDF8"/>
          </a:solidFill>
          <a:ln xmlns:a="http://schemas.openxmlformats.org/drawingml/2006/main" w="9525">
            <a:solidFill>
              <a:srgbClr val="D8D2C5"/>
            </a:solidFill>
            <a:prstDash val="solid"/>
          </a:ln>
        </p:spPr>
      </p:sp>
      <p:sp>
        <p:nvSpPr>
          <p:cNvPr id="35" name="rect-0660">
            <a:extLst xmlns:a="http://schemas.openxmlformats.org/drawingml/2006/main">
              <a:ext uri="{FF2B5EF4-FFF2-40B4-BE49-F238E27FC236}">
                <a16:creationId xmlns:a16="http://schemas.microsoft.com/office/drawing/2014/main" id="{80995292-E68E-43FE-8A8A-0754E2AE2C9E}"/>
              </a:ext>
            </a:extLst>
          </p:cNvPr>
          <p:cNvSpPr>
            <a:spLocks xmlns:a="http://schemas.openxmlformats.org/drawingml/2006/main" noGrp="1"/>
          </p:cNvSpPr>
          <p:nvPr/>
        </p:nvSpPr>
        <p:spPr>
          <a:xfrm xmlns:a="http://schemas.openxmlformats.org/drawingml/2006/main">
            <a:off x="685800" y="2571750"/>
            <a:ext cx="66675" cy="257175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36" name="text-0661">
            <a:extLst xmlns:a="http://schemas.openxmlformats.org/drawingml/2006/main">
              <a:ext uri="{FF2B5EF4-FFF2-40B4-BE49-F238E27FC236}">
                <a16:creationId xmlns:a16="http://schemas.microsoft.com/office/drawing/2014/main" id="{633D38D6-601C-4C81-9064-1303F212B1F5}"/>
              </a:ext>
            </a:extLst>
          </p:cNvPr>
          <p:cNvSpPr>
            <a:spLocks xmlns:a="http://schemas.openxmlformats.org/drawingml/2006/main" noGrp="1"/>
          </p:cNvSpPr>
          <p:nvPr/>
        </p:nvSpPr>
        <p:spPr>
          <a:xfrm xmlns:a="http://schemas.openxmlformats.org/drawingml/2006/main">
            <a:off x="990600" y="2857500"/>
            <a:ext cx="2819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A74335"/>
                </a:solidFill>
                <a:latin typeface="Songti SC"/>
                <a:ea typeface="Songti SC"/>
                <a:cs typeface="Songti SC"/>
              </a:defRPr>
            </a:pPr>
            <a:r>
              <a:rPr sz="3225" b="1">
                <a:solidFill>
                  <a:srgbClr val="A74335"/>
                </a:solidFill>
                <a:latin typeface="Songti SC"/>
                <a:ea typeface="Songti SC"/>
                <a:cs typeface="Songti SC"/>
              </a:rPr>
              <a:t>业务化</a:t>
            </a:r>
          </a:p>
        </p:txBody>
      </p:sp>
      <p:sp>
        <p:nvSpPr>
          <p:cNvPr id="37" name="text-0662">
            <a:extLst xmlns:a="http://schemas.openxmlformats.org/drawingml/2006/main">
              <a:ext uri="{FF2B5EF4-FFF2-40B4-BE49-F238E27FC236}">
                <a16:creationId xmlns:a16="http://schemas.microsoft.com/office/drawing/2014/main" id="{ACD48C18-EC96-4587-9BC4-C31E92A46D78}"/>
              </a:ext>
            </a:extLst>
          </p:cNvPr>
          <p:cNvSpPr>
            <a:spLocks xmlns:a="http://schemas.openxmlformats.org/drawingml/2006/main" noGrp="1"/>
          </p:cNvSpPr>
          <p:nvPr/>
        </p:nvSpPr>
        <p:spPr>
          <a:xfrm xmlns:a="http://schemas.openxmlformats.org/drawingml/2006/main">
            <a:off x="990600" y="3667125"/>
            <a:ext cx="2819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82338"/>
                </a:solidFill>
                <a:latin typeface="PingFang SC"/>
                <a:ea typeface="PingFang SC"/>
                <a:cs typeface="PingFang SC"/>
              </a:defRPr>
            </a:pPr>
            <a:r>
              <a:rPr sz="1800" b="1">
                <a:solidFill>
                  <a:srgbClr val="182338"/>
                </a:solidFill>
                <a:latin typeface="PingFang SC"/>
                <a:ea typeface="PingFang SC"/>
                <a:cs typeface="PingFang SC"/>
              </a:rPr>
              <a:t>把事情说清楚</a:t>
            </a:r>
          </a:p>
        </p:txBody>
      </p:sp>
      <p:sp>
        <p:nvSpPr>
          <p:cNvPr id="38" name="text-0663">
            <a:extLst xmlns:a="http://schemas.openxmlformats.org/drawingml/2006/main">
              <a:ext uri="{FF2B5EF4-FFF2-40B4-BE49-F238E27FC236}">
                <a16:creationId xmlns:a16="http://schemas.microsoft.com/office/drawing/2014/main" id="{0D9D5F49-584E-4FF8-8664-B1B7EDDC55D6}"/>
              </a:ext>
            </a:extLst>
          </p:cNvPr>
          <p:cNvSpPr>
            <a:spLocks xmlns:a="http://schemas.openxmlformats.org/drawingml/2006/main" noGrp="1"/>
          </p:cNvSpPr>
          <p:nvPr/>
        </p:nvSpPr>
        <p:spPr>
          <a:xfrm xmlns:a="http://schemas.openxmlformats.org/drawingml/2006/main">
            <a:off x="990600" y="4210050"/>
            <a:ext cx="2819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87287"/>
                </a:solidFill>
                <a:latin typeface="PingFang SC"/>
                <a:ea typeface="PingFang SC"/>
                <a:cs typeface="PingFang SC"/>
              </a:defRPr>
            </a:pPr>
            <a:r>
              <a:rPr sz="1275" b="0">
                <a:solidFill>
                  <a:srgbClr val="687287"/>
                </a:solidFill>
                <a:latin typeface="PingFang SC"/>
                <a:ea typeface="PingFang SC"/>
                <a:cs typeface="PingFang SC"/>
              </a:rPr>
              <a:t>把模糊需求变成目标、任务、资料、输出与验收标准。</a:t>
            </a:r>
          </a:p>
        </p:txBody>
      </p:sp>
      <p:sp>
        <p:nvSpPr>
          <p:cNvPr id="39" name="rect-0664">
            <a:extLst xmlns:a="http://schemas.openxmlformats.org/drawingml/2006/main">
              <a:ext uri="{FF2B5EF4-FFF2-40B4-BE49-F238E27FC236}">
                <a16:creationId xmlns:a16="http://schemas.microsoft.com/office/drawing/2014/main" id="{781D6745-65F8-4785-ADD3-E0EBF20B2624}"/>
              </a:ext>
            </a:extLst>
          </p:cNvPr>
          <p:cNvSpPr>
            <a:spLocks xmlns:a="http://schemas.openxmlformats.org/drawingml/2006/main" noGrp="1"/>
          </p:cNvSpPr>
          <p:nvPr/>
        </p:nvSpPr>
        <p:spPr>
          <a:xfrm xmlns:a="http://schemas.openxmlformats.org/drawingml/2006/main">
            <a:off x="4324350" y="2571750"/>
            <a:ext cx="3429000" cy="2571750"/>
          </a:xfrm>
          <a:prstGeom xmlns:a="http://schemas.openxmlformats.org/drawingml/2006/main" prst="rect">
            <a:avLst/>
          </a:prstGeom>
          <a:solidFill xmlns:a="http://schemas.openxmlformats.org/drawingml/2006/main">
            <a:srgbClr val="FFFDF8"/>
          </a:solidFill>
          <a:ln xmlns:a="http://schemas.openxmlformats.org/drawingml/2006/main" w="9525">
            <a:solidFill>
              <a:srgbClr val="D8D2C5"/>
            </a:solidFill>
            <a:prstDash val="solid"/>
          </a:ln>
        </p:spPr>
      </p:sp>
      <p:sp>
        <p:nvSpPr>
          <p:cNvPr id="40" name="rect-0665">
            <a:extLst xmlns:a="http://schemas.openxmlformats.org/drawingml/2006/main">
              <a:ext uri="{FF2B5EF4-FFF2-40B4-BE49-F238E27FC236}">
                <a16:creationId xmlns:a16="http://schemas.microsoft.com/office/drawing/2014/main" id="{20158345-AF1D-46A6-8D58-52DD617D74C5}"/>
              </a:ext>
            </a:extLst>
          </p:cNvPr>
          <p:cNvSpPr>
            <a:spLocks xmlns:a="http://schemas.openxmlformats.org/drawingml/2006/main" noGrp="1"/>
          </p:cNvSpPr>
          <p:nvPr/>
        </p:nvSpPr>
        <p:spPr>
          <a:xfrm xmlns:a="http://schemas.openxmlformats.org/drawingml/2006/main">
            <a:off x="4324350" y="2571750"/>
            <a:ext cx="66675" cy="2571750"/>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sp>
        <p:nvSpPr>
          <p:cNvPr id="41" name="text-0666">
            <a:extLst xmlns:a="http://schemas.openxmlformats.org/drawingml/2006/main">
              <a:ext uri="{FF2B5EF4-FFF2-40B4-BE49-F238E27FC236}">
                <a16:creationId xmlns:a16="http://schemas.microsoft.com/office/drawing/2014/main" id="{7BACF172-E6DB-4C51-AB60-06C0630728DA}"/>
              </a:ext>
            </a:extLst>
          </p:cNvPr>
          <p:cNvSpPr>
            <a:spLocks xmlns:a="http://schemas.openxmlformats.org/drawingml/2006/main" noGrp="1"/>
          </p:cNvSpPr>
          <p:nvPr/>
        </p:nvSpPr>
        <p:spPr>
          <a:xfrm xmlns:a="http://schemas.openxmlformats.org/drawingml/2006/main">
            <a:off x="4629150" y="2857500"/>
            <a:ext cx="2819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2F5F83"/>
                </a:solidFill>
                <a:latin typeface="Songti SC"/>
                <a:ea typeface="Songti SC"/>
                <a:cs typeface="Songti SC"/>
              </a:defRPr>
            </a:pPr>
            <a:r>
              <a:rPr sz="3225" b="1">
                <a:solidFill>
                  <a:srgbClr val="2F5F83"/>
                </a:solidFill>
                <a:latin typeface="Songti SC"/>
                <a:ea typeface="Songti SC"/>
                <a:cs typeface="Songti SC"/>
              </a:rPr>
              <a:t>管理</a:t>
            </a:r>
          </a:p>
        </p:txBody>
      </p:sp>
      <p:sp>
        <p:nvSpPr>
          <p:cNvPr id="42" name="text-0667">
            <a:extLst xmlns:a="http://schemas.openxmlformats.org/drawingml/2006/main">
              <a:ext uri="{FF2B5EF4-FFF2-40B4-BE49-F238E27FC236}">
                <a16:creationId xmlns:a16="http://schemas.microsoft.com/office/drawing/2014/main" id="{D68E99E1-1DD8-403D-BDB0-E22601370A80}"/>
              </a:ext>
            </a:extLst>
          </p:cNvPr>
          <p:cNvSpPr>
            <a:spLocks xmlns:a="http://schemas.openxmlformats.org/drawingml/2006/main" noGrp="1"/>
          </p:cNvSpPr>
          <p:nvPr/>
        </p:nvSpPr>
        <p:spPr>
          <a:xfrm xmlns:a="http://schemas.openxmlformats.org/drawingml/2006/main">
            <a:off x="4629150" y="3667125"/>
            <a:ext cx="2819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82338"/>
                </a:solidFill>
                <a:latin typeface="PingFang SC"/>
                <a:ea typeface="PingFang SC"/>
                <a:cs typeface="PingFang SC"/>
              </a:defRPr>
            </a:pPr>
            <a:r>
              <a:rPr sz="1800" b="1">
                <a:solidFill>
                  <a:srgbClr val="182338"/>
                </a:solidFill>
                <a:latin typeface="PingFang SC"/>
                <a:ea typeface="PingFang SC"/>
                <a:cs typeface="PingFang SC"/>
              </a:rPr>
              <a:t>把工作组织好</a:t>
            </a:r>
          </a:p>
        </p:txBody>
      </p:sp>
      <p:sp>
        <p:nvSpPr>
          <p:cNvPr id="43" name="text-0668">
            <a:extLst xmlns:a="http://schemas.openxmlformats.org/drawingml/2006/main">
              <a:ext uri="{FF2B5EF4-FFF2-40B4-BE49-F238E27FC236}">
                <a16:creationId xmlns:a16="http://schemas.microsoft.com/office/drawing/2014/main" id="{2BEA31AA-90F7-4728-B94C-F0CBFBC5280C}"/>
              </a:ext>
            </a:extLst>
          </p:cNvPr>
          <p:cNvSpPr>
            <a:spLocks xmlns:a="http://schemas.openxmlformats.org/drawingml/2006/main" noGrp="1"/>
          </p:cNvSpPr>
          <p:nvPr/>
        </p:nvSpPr>
        <p:spPr>
          <a:xfrm xmlns:a="http://schemas.openxmlformats.org/drawingml/2006/main">
            <a:off x="4629150" y="4210050"/>
            <a:ext cx="2819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87287"/>
                </a:solidFill>
                <a:latin typeface="PingFang SC"/>
                <a:ea typeface="PingFang SC"/>
                <a:cs typeface="PingFang SC"/>
              </a:defRPr>
            </a:pPr>
            <a:r>
              <a:rPr sz="1275" b="0">
                <a:solidFill>
                  <a:srgbClr val="687287"/>
                </a:solidFill>
                <a:latin typeface="PingFang SC"/>
                <a:ea typeface="PingFang SC"/>
                <a:cs typeface="PingFang SC"/>
              </a:rPr>
              <a:t>分工、授权、检查、纠偏，并决定哪些事情必须由人处理。</a:t>
            </a:r>
          </a:p>
        </p:txBody>
      </p:sp>
      <p:sp>
        <p:nvSpPr>
          <p:cNvPr id="44" name="rect-0669">
            <a:extLst xmlns:a="http://schemas.openxmlformats.org/drawingml/2006/main">
              <a:ext uri="{FF2B5EF4-FFF2-40B4-BE49-F238E27FC236}">
                <a16:creationId xmlns:a16="http://schemas.microsoft.com/office/drawing/2014/main" id="{0C7407BC-A494-4A08-9416-B062A0BED3C8}"/>
              </a:ext>
            </a:extLst>
          </p:cNvPr>
          <p:cNvSpPr>
            <a:spLocks xmlns:a="http://schemas.openxmlformats.org/drawingml/2006/main" noGrp="1"/>
          </p:cNvSpPr>
          <p:nvPr/>
        </p:nvSpPr>
        <p:spPr>
          <a:xfrm xmlns:a="http://schemas.openxmlformats.org/drawingml/2006/main">
            <a:off x="7962900" y="2571750"/>
            <a:ext cx="3429000" cy="2571750"/>
          </a:xfrm>
          <a:prstGeom xmlns:a="http://schemas.openxmlformats.org/drawingml/2006/main" prst="rect">
            <a:avLst/>
          </a:prstGeom>
          <a:solidFill xmlns:a="http://schemas.openxmlformats.org/drawingml/2006/main">
            <a:srgbClr val="FFFDF8"/>
          </a:solidFill>
          <a:ln xmlns:a="http://schemas.openxmlformats.org/drawingml/2006/main" w="9525">
            <a:solidFill>
              <a:srgbClr val="D8D2C5"/>
            </a:solidFill>
            <a:prstDash val="solid"/>
          </a:ln>
        </p:spPr>
      </p:sp>
      <p:sp>
        <p:nvSpPr>
          <p:cNvPr id="45" name="rect-0670">
            <a:extLst xmlns:a="http://schemas.openxmlformats.org/drawingml/2006/main">
              <a:ext uri="{FF2B5EF4-FFF2-40B4-BE49-F238E27FC236}">
                <a16:creationId xmlns:a16="http://schemas.microsoft.com/office/drawing/2014/main" id="{F6B81E38-8551-4079-AB7C-D207EA741D83}"/>
              </a:ext>
            </a:extLst>
          </p:cNvPr>
          <p:cNvSpPr>
            <a:spLocks xmlns:a="http://schemas.openxmlformats.org/drawingml/2006/main" noGrp="1"/>
          </p:cNvSpPr>
          <p:nvPr/>
        </p:nvSpPr>
        <p:spPr>
          <a:xfrm xmlns:a="http://schemas.openxmlformats.org/drawingml/2006/main">
            <a:off x="7962900" y="2571750"/>
            <a:ext cx="66675" cy="2571750"/>
          </a:xfrm>
          <a:prstGeom xmlns:a="http://schemas.openxmlformats.org/drawingml/2006/main" prst="rect">
            <a:avLst/>
          </a:prstGeom>
          <a:solidFill xmlns:a="http://schemas.openxmlformats.org/drawingml/2006/main">
            <a:srgbClr val="B8842F"/>
          </a:solidFill>
          <a:ln xmlns:a="http://schemas.openxmlformats.org/drawingml/2006/main" w="0">
            <a:noFill/>
            <a:prstDash val="solid"/>
          </a:ln>
        </p:spPr>
      </p:sp>
      <p:sp>
        <p:nvSpPr>
          <p:cNvPr id="46" name="text-0671">
            <a:extLst xmlns:a="http://schemas.openxmlformats.org/drawingml/2006/main">
              <a:ext uri="{FF2B5EF4-FFF2-40B4-BE49-F238E27FC236}">
                <a16:creationId xmlns:a16="http://schemas.microsoft.com/office/drawing/2014/main" id="{3141E2EB-8ECF-40D7-BB83-F62031478B5A}"/>
              </a:ext>
            </a:extLst>
          </p:cNvPr>
          <p:cNvSpPr>
            <a:spLocks xmlns:a="http://schemas.openxmlformats.org/drawingml/2006/main" noGrp="1"/>
          </p:cNvSpPr>
          <p:nvPr/>
        </p:nvSpPr>
        <p:spPr>
          <a:xfrm xmlns:a="http://schemas.openxmlformats.org/drawingml/2006/main">
            <a:off x="8267700" y="2857500"/>
            <a:ext cx="2819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B8842F"/>
                </a:solidFill>
                <a:latin typeface="Songti SC"/>
                <a:ea typeface="Songti SC"/>
                <a:cs typeface="Songti SC"/>
              </a:defRPr>
            </a:pPr>
            <a:r>
              <a:rPr sz="3225" b="1">
                <a:solidFill>
                  <a:srgbClr val="B8842F"/>
                </a:solidFill>
                <a:latin typeface="Songti SC"/>
                <a:ea typeface="Songti SC"/>
                <a:cs typeface="Songti SC"/>
              </a:rPr>
              <a:t>学习</a:t>
            </a:r>
          </a:p>
        </p:txBody>
      </p:sp>
      <p:sp>
        <p:nvSpPr>
          <p:cNvPr id="47" name="text-0672">
            <a:extLst xmlns:a="http://schemas.openxmlformats.org/drawingml/2006/main">
              <a:ext uri="{FF2B5EF4-FFF2-40B4-BE49-F238E27FC236}">
                <a16:creationId xmlns:a16="http://schemas.microsoft.com/office/drawing/2014/main" id="{6FFD0516-89EE-4BFF-9522-CE5CF0F35E29}"/>
              </a:ext>
            </a:extLst>
          </p:cNvPr>
          <p:cNvSpPr>
            <a:spLocks xmlns:a="http://schemas.openxmlformats.org/drawingml/2006/main" noGrp="1"/>
          </p:cNvSpPr>
          <p:nvPr/>
        </p:nvSpPr>
        <p:spPr>
          <a:xfrm xmlns:a="http://schemas.openxmlformats.org/drawingml/2006/main">
            <a:off x="8267700" y="3667125"/>
            <a:ext cx="2819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82338"/>
                </a:solidFill>
                <a:latin typeface="PingFang SC"/>
                <a:ea typeface="PingFang SC"/>
                <a:cs typeface="PingFang SC"/>
              </a:defRPr>
            </a:pPr>
            <a:r>
              <a:rPr sz="1800" b="1">
                <a:solidFill>
                  <a:srgbClr val="182338"/>
                </a:solidFill>
                <a:latin typeface="PingFang SC"/>
                <a:ea typeface="PingFang SC"/>
                <a:cs typeface="PingFang SC"/>
              </a:rPr>
              <a:t>让自己持续更新</a:t>
            </a:r>
          </a:p>
        </p:txBody>
      </p:sp>
      <p:sp>
        <p:nvSpPr>
          <p:cNvPr id="48" name="text-0673">
            <a:extLst xmlns:a="http://schemas.openxmlformats.org/drawingml/2006/main">
              <a:ext uri="{FF2B5EF4-FFF2-40B4-BE49-F238E27FC236}">
                <a16:creationId xmlns:a16="http://schemas.microsoft.com/office/drawing/2014/main" id="{0BDEE314-1310-46D6-92A9-A33ADD45F19F}"/>
              </a:ext>
            </a:extLst>
          </p:cNvPr>
          <p:cNvSpPr>
            <a:spLocks xmlns:a="http://schemas.openxmlformats.org/drawingml/2006/main" noGrp="1"/>
          </p:cNvSpPr>
          <p:nvPr/>
        </p:nvSpPr>
        <p:spPr>
          <a:xfrm xmlns:a="http://schemas.openxmlformats.org/drawingml/2006/main">
            <a:off x="8267700" y="4210050"/>
            <a:ext cx="2819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87287"/>
                </a:solidFill>
                <a:latin typeface="PingFang SC"/>
                <a:ea typeface="PingFang SC"/>
                <a:cs typeface="PingFang SC"/>
              </a:defRPr>
            </a:pPr>
            <a:r>
              <a:rPr sz="1275" b="0">
                <a:solidFill>
                  <a:srgbClr val="687287"/>
                </a:solidFill>
                <a:latin typeface="PingFang SC"/>
                <a:ea typeface="PingFang SC"/>
                <a:cs typeface="PingFang SC"/>
              </a:rPr>
              <a:t>获取信息、处理信息、表达信息，并在每一步进行验证。</a:t>
            </a:r>
          </a:p>
        </p:txBody>
      </p:sp>
      <p:sp>
        <p:nvSpPr>
          <p:cNvPr id="49" name="rect-0674">
            <a:extLst xmlns:a="http://schemas.openxmlformats.org/drawingml/2006/main">
              <a:ext uri="{FF2B5EF4-FFF2-40B4-BE49-F238E27FC236}">
                <a16:creationId xmlns:a16="http://schemas.microsoft.com/office/drawing/2014/main" id="{E456EA74-01EE-4ABC-9F13-74FD47DE6A59}"/>
              </a:ext>
            </a:extLst>
          </p:cNvPr>
          <p:cNvSpPr>
            <a:spLocks xmlns:a="http://schemas.openxmlformats.org/drawingml/2006/main" noGrp="1"/>
          </p:cNvSpPr>
          <p:nvPr/>
        </p:nvSpPr>
        <p:spPr>
          <a:xfrm xmlns:a="http://schemas.openxmlformats.org/drawingml/2006/main">
            <a:off x="685800" y="5524500"/>
            <a:ext cx="10820400" cy="723900"/>
          </a:xfrm>
          <a:prstGeom xmlns:a="http://schemas.openxmlformats.org/drawingml/2006/main" prst="rect">
            <a:avLst/>
          </a:prstGeom>
          <a:solidFill xmlns:a="http://schemas.openxmlformats.org/drawingml/2006/main">
            <a:srgbClr val="FFFDF8"/>
          </a:solidFill>
          <a:ln xmlns:a="http://schemas.openxmlformats.org/drawingml/2006/main" w="0">
            <a:solidFill>
              <a:srgbClr val="D8D2C5"/>
            </a:solidFill>
            <a:prstDash val="solid"/>
          </a:ln>
        </p:spPr>
      </p:sp>
      <p:sp>
        <p:nvSpPr>
          <p:cNvPr id="50" name="rect-0675">
            <a:extLst xmlns:a="http://schemas.openxmlformats.org/drawingml/2006/main">
              <a:ext uri="{FF2B5EF4-FFF2-40B4-BE49-F238E27FC236}">
                <a16:creationId xmlns:a16="http://schemas.microsoft.com/office/drawing/2014/main" id="{802EE38B-890F-4658-AF6F-4541B6CD32AE}"/>
              </a:ext>
            </a:extLst>
          </p:cNvPr>
          <p:cNvSpPr>
            <a:spLocks xmlns:a="http://schemas.openxmlformats.org/drawingml/2006/main" noGrp="1"/>
          </p:cNvSpPr>
          <p:nvPr/>
        </p:nvSpPr>
        <p:spPr>
          <a:xfrm xmlns:a="http://schemas.openxmlformats.org/drawingml/2006/main">
            <a:off x="685800" y="5524500"/>
            <a:ext cx="57150" cy="72390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51" name="text-0676">
            <a:extLst xmlns:a="http://schemas.openxmlformats.org/drawingml/2006/main">
              <a:ext uri="{FF2B5EF4-FFF2-40B4-BE49-F238E27FC236}">
                <a16:creationId xmlns:a16="http://schemas.microsoft.com/office/drawing/2014/main" id="{0BAC2CC9-1402-4290-924B-346F019F3666}"/>
              </a:ext>
            </a:extLst>
          </p:cNvPr>
          <p:cNvSpPr>
            <a:spLocks xmlns:a="http://schemas.openxmlformats.org/drawingml/2006/main" noGrp="1"/>
          </p:cNvSpPr>
          <p:nvPr/>
        </p:nvSpPr>
        <p:spPr>
          <a:xfrm xmlns:a="http://schemas.openxmlformats.org/drawingml/2006/main">
            <a:off x="933450" y="5667375"/>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182338"/>
                </a:solidFill>
                <a:latin typeface="PingFang SC"/>
                <a:ea typeface="PingFang SC"/>
                <a:cs typeface="PingFang SC"/>
              </a:defRPr>
            </a:pPr>
            <a:r>
              <a:rPr sz="1650" b="1">
                <a:solidFill>
                  <a:srgbClr val="182338"/>
                </a:solidFill>
                <a:latin typeface="PingFang SC"/>
                <a:ea typeface="PingFang SC"/>
                <a:cs typeface="PingFang SC"/>
              </a:rPr>
              <a:t>未来的差距，不只是“谁有AI”，而是谁更会定义问题、组织工作和积累方法。</a:t>
            </a:r>
          </a:p>
        </p:txBody>
      </p:sp>
    </p:spTree>
    <p:extLst>
      <p:ext uri="{BB962C8B-B14F-4D97-AF65-F5344CB8AC3E}">
        <p14:creationId xmlns:p14="http://schemas.microsoft.com/office/powerpoint/2010/main" val="1173140651"/>
      </p:ext>
    </p:extLst>
  </p:cSld>
</p:sld>
</file>

<file path=ppt/slides/slide1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2" name="rect-0677">
            <a:extLst xmlns:a="http://schemas.openxmlformats.org/drawingml/2006/main">
              <a:ext uri="{FF2B5EF4-FFF2-40B4-BE49-F238E27FC236}">
                <a16:creationId xmlns:a16="http://schemas.microsoft.com/office/drawing/2014/main" id="{3925445C-E07F-4E8B-99D1-DCC420FDE1E6}"/>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 name="rect-0678">
            <a:extLst xmlns:a="http://schemas.openxmlformats.org/drawingml/2006/main">
              <a:ext uri="{FF2B5EF4-FFF2-40B4-BE49-F238E27FC236}">
                <a16:creationId xmlns:a16="http://schemas.microsoft.com/office/drawing/2014/main" id="{0F02BC2F-E700-4CE0-967B-280384C53365}"/>
              </a:ext>
            </a:extLst>
          </p:cNvPr>
          <p:cNvSpPr>
            <a:spLocks xmlns:a="http://schemas.openxmlformats.org/drawingml/2006/main" noGrp="1"/>
          </p:cNvSpPr>
          <p:nvPr/>
        </p:nvSpPr>
        <p:spPr>
          <a:xfrm xmlns:a="http://schemas.openxmlformats.org/drawingml/2006/main">
            <a:off x="838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3" name="rect-0679">
            <a:extLst xmlns:a="http://schemas.openxmlformats.org/drawingml/2006/main">
              <a:ext uri="{FF2B5EF4-FFF2-40B4-BE49-F238E27FC236}">
                <a16:creationId xmlns:a16="http://schemas.microsoft.com/office/drawing/2014/main" id="{3DBA09FF-C3B1-424D-BC4A-7F8E3FB06BE8}"/>
              </a:ext>
            </a:extLst>
          </p:cNvPr>
          <p:cNvSpPr>
            <a:spLocks xmlns:a="http://schemas.openxmlformats.org/drawingml/2006/main" noGrp="1"/>
          </p:cNvSpPr>
          <p:nvPr/>
        </p:nvSpPr>
        <p:spPr>
          <a:xfrm xmlns:a="http://schemas.openxmlformats.org/drawingml/2006/main">
            <a:off x="1676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4" name="rect-0680">
            <a:extLst xmlns:a="http://schemas.openxmlformats.org/drawingml/2006/main">
              <a:ext uri="{FF2B5EF4-FFF2-40B4-BE49-F238E27FC236}">
                <a16:creationId xmlns:a16="http://schemas.microsoft.com/office/drawing/2014/main" id="{BC898BE9-AC8B-458E-A562-F93DA99AED00}"/>
              </a:ext>
            </a:extLst>
          </p:cNvPr>
          <p:cNvSpPr>
            <a:spLocks xmlns:a="http://schemas.openxmlformats.org/drawingml/2006/main" noGrp="1"/>
          </p:cNvSpPr>
          <p:nvPr/>
        </p:nvSpPr>
        <p:spPr>
          <a:xfrm xmlns:a="http://schemas.openxmlformats.org/drawingml/2006/main">
            <a:off x="2514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5" name="rect-0681">
            <a:extLst xmlns:a="http://schemas.openxmlformats.org/drawingml/2006/main">
              <a:ext uri="{FF2B5EF4-FFF2-40B4-BE49-F238E27FC236}">
                <a16:creationId xmlns:a16="http://schemas.microsoft.com/office/drawing/2014/main" id="{636A5D5E-0888-4235-879C-DDD999905274}"/>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6" name="rect-0682">
            <a:extLst xmlns:a="http://schemas.openxmlformats.org/drawingml/2006/main">
              <a:ext uri="{FF2B5EF4-FFF2-40B4-BE49-F238E27FC236}">
                <a16:creationId xmlns:a16="http://schemas.microsoft.com/office/drawing/2014/main" id="{4FA4F398-B53C-4181-81EC-A4496531FB56}"/>
              </a:ext>
            </a:extLst>
          </p:cNvPr>
          <p:cNvSpPr>
            <a:spLocks xmlns:a="http://schemas.openxmlformats.org/drawingml/2006/main" noGrp="1"/>
          </p:cNvSpPr>
          <p:nvPr/>
        </p:nvSpPr>
        <p:spPr>
          <a:xfrm xmlns:a="http://schemas.openxmlformats.org/drawingml/2006/main">
            <a:off x="4191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7" name="rect-0683">
            <a:extLst xmlns:a="http://schemas.openxmlformats.org/drawingml/2006/main">
              <a:ext uri="{FF2B5EF4-FFF2-40B4-BE49-F238E27FC236}">
                <a16:creationId xmlns:a16="http://schemas.microsoft.com/office/drawing/2014/main" id="{9DE69080-747C-4097-BE8A-2A6DEA6D8CAA}"/>
              </a:ext>
            </a:extLst>
          </p:cNvPr>
          <p:cNvSpPr>
            <a:spLocks xmlns:a="http://schemas.openxmlformats.org/drawingml/2006/main" noGrp="1"/>
          </p:cNvSpPr>
          <p:nvPr/>
        </p:nvSpPr>
        <p:spPr>
          <a:xfrm xmlns:a="http://schemas.openxmlformats.org/drawingml/2006/main">
            <a:off x="5029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8" name="rect-0684">
            <a:extLst xmlns:a="http://schemas.openxmlformats.org/drawingml/2006/main">
              <a:ext uri="{FF2B5EF4-FFF2-40B4-BE49-F238E27FC236}">
                <a16:creationId xmlns:a16="http://schemas.microsoft.com/office/drawing/2014/main" id="{9532F9E8-6E40-4024-9ABF-A10E9201AB17}"/>
              </a:ext>
            </a:extLst>
          </p:cNvPr>
          <p:cNvSpPr>
            <a:spLocks xmlns:a="http://schemas.openxmlformats.org/drawingml/2006/main" noGrp="1"/>
          </p:cNvSpPr>
          <p:nvPr/>
        </p:nvSpPr>
        <p:spPr>
          <a:xfrm xmlns:a="http://schemas.openxmlformats.org/drawingml/2006/main">
            <a:off x="5867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9" name="rect-0685">
            <a:extLst xmlns:a="http://schemas.openxmlformats.org/drawingml/2006/main">
              <a:ext uri="{FF2B5EF4-FFF2-40B4-BE49-F238E27FC236}">
                <a16:creationId xmlns:a16="http://schemas.microsoft.com/office/drawing/2014/main" id="{B24C7CDD-543C-44D4-929A-405AE59BD279}"/>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0" name="rect-0686">
            <a:extLst xmlns:a="http://schemas.openxmlformats.org/drawingml/2006/main">
              <a:ext uri="{FF2B5EF4-FFF2-40B4-BE49-F238E27FC236}">
                <a16:creationId xmlns:a16="http://schemas.microsoft.com/office/drawing/2014/main" id="{B37A31F6-EB6C-4137-BF90-AC13532B680E}"/>
              </a:ext>
            </a:extLst>
          </p:cNvPr>
          <p:cNvSpPr>
            <a:spLocks xmlns:a="http://schemas.openxmlformats.org/drawingml/2006/main" noGrp="1"/>
          </p:cNvSpPr>
          <p:nvPr/>
        </p:nvSpPr>
        <p:spPr>
          <a:xfrm xmlns:a="http://schemas.openxmlformats.org/drawingml/2006/main">
            <a:off x="7543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1" name="rect-0687">
            <a:extLst xmlns:a="http://schemas.openxmlformats.org/drawingml/2006/main">
              <a:ext uri="{FF2B5EF4-FFF2-40B4-BE49-F238E27FC236}">
                <a16:creationId xmlns:a16="http://schemas.microsoft.com/office/drawing/2014/main" id="{21A36232-FB35-4B9A-BABD-8948CDA02D2F}"/>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2" name="rect-0688">
            <a:extLst xmlns:a="http://schemas.openxmlformats.org/drawingml/2006/main">
              <a:ext uri="{FF2B5EF4-FFF2-40B4-BE49-F238E27FC236}">
                <a16:creationId xmlns:a16="http://schemas.microsoft.com/office/drawing/2014/main" id="{E1544A1F-928C-477B-9E64-45588CF60340}"/>
              </a:ext>
            </a:extLst>
          </p:cNvPr>
          <p:cNvSpPr>
            <a:spLocks xmlns:a="http://schemas.openxmlformats.org/drawingml/2006/main" noGrp="1"/>
          </p:cNvSpPr>
          <p:nvPr/>
        </p:nvSpPr>
        <p:spPr>
          <a:xfrm xmlns:a="http://schemas.openxmlformats.org/drawingml/2006/main">
            <a:off x="9220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3" name="rect-0689">
            <a:extLst xmlns:a="http://schemas.openxmlformats.org/drawingml/2006/main">
              <a:ext uri="{FF2B5EF4-FFF2-40B4-BE49-F238E27FC236}">
                <a16:creationId xmlns:a16="http://schemas.microsoft.com/office/drawing/2014/main" id="{73170EA2-5545-4BA6-A696-4697C28B61D3}"/>
              </a:ext>
            </a:extLst>
          </p:cNvPr>
          <p:cNvSpPr>
            <a:spLocks xmlns:a="http://schemas.openxmlformats.org/drawingml/2006/main" noGrp="1"/>
          </p:cNvSpPr>
          <p:nvPr/>
        </p:nvSpPr>
        <p:spPr>
          <a:xfrm xmlns:a="http://schemas.openxmlformats.org/drawingml/2006/main">
            <a:off x="10058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4" name="rect-0690">
            <a:extLst xmlns:a="http://schemas.openxmlformats.org/drawingml/2006/main">
              <a:ext uri="{FF2B5EF4-FFF2-40B4-BE49-F238E27FC236}">
                <a16:creationId xmlns:a16="http://schemas.microsoft.com/office/drawing/2014/main" id="{A9BB4F4D-A8D7-40D3-B6C4-603C8909D414}"/>
              </a:ext>
            </a:extLst>
          </p:cNvPr>
          <p:cNvSpPr>
            <a:spLocks xmlns:a="http://schemas.openxmlformats.org/drawingml/2006/main" noGrp="1"/>
          </p:cNvSpPr>
          <p:nvPr/>
        </p:nvSpPr>
        <p:spPr>
          <a:xfrm xmlns:a="http://schemas.openxmlformats.org/drawingml/2006/main">
            <a:off x="10896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5" name="rect-0691">
            <a:extLst xmlns:a="http://schemas.openxmlformats.org/drawingml/2006/main">
              <a:ext uri="{FF2B5EF4-FFF2-40B4-BE49-F238E27FC236}">
                <a16:creationId xmlns:a16="http://schemas.microsoft.com/office/drawing/2014/main" id="{A50845E2-A486-4F14-B204-F46858F67A41}"/>
              </a:ext>
            </a:extLst>
          </p:cNvPr>
          <p:cNvSpPr>
            <a:spLocks xmlns:a="http://schemas.openxmlformats.org/drawingml/2006/main" noGrp="1"/>
          </p:cNvSpPr>
          <p:nvPr/>
        </p:nvSpPr>
        <p:spPr>
          <a:xfrm xmlns:a="http://schemas.openxmlformats.org/drawingml/2006/main">
            <a:off x="11734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6" name="rect-0692">
            <a:extLst xmlns:a="http://schemas.openxmlformats.org/drawingml/2006/main">
              <a:ext uri="{FF2B5EF4-FFF2-40B4-BE49-F238E27FC236}">
                <a16:creationId xmlns:a16="http://schemas.microsoft.com/office/drawing/2014/main" id="{4B30F522-BD7D-4BDA-8D55-357B90F9A78C}"/>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7" name="rect-0693">
            <a:extLst xmlns:a="http://schemas.openxmlformats.org/drawingml/2006/main">
              <a:ext uri="{FF2B5EF4-FFF2-40B4-BE49-F238E27FC236}">
                <a16:creationId xmlns:a16="http://schemas.microsoft.com/office/drawing/2014/main" id="{1CE0115F-AA9D-4954-A1CD-0B030E3E283E}"/>
              </a:ext>
            </a:extLst>
          </p:cNvPr>
          <p:cNvSpPr>
            <a:spLocks xmlns:a="http://schemas.openxmlformats.org/drawingml/2006/main" noGrp="1"/>
          </p:cNvSpPr>
          <p:nvPr/>
        </p:nvSpPr>
        <p:spPr>
          <a:xfrm xmlns:a="http://schemas.openxmlformats.org/drawingml/2006/main">
            <a:off x="0" y="838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8" name="rect-0694">
            <a:extLst xmlns:a="http://schemas.openxmlformats.org/drawingml/2006/main">
              <a:ext uri="{FF2B5EF4-FFF2-40B4-BE49-F238E27FC236}">
                <a16:creationId xmlns:a16="http://schemas.microsoft.com/office/drawing/2014/main" id="{C9511C34-3CEC-4A0C-93DB-F4176075E727}"/>
              </a:ext>
            </a:extLst>
          </p:cNvPr>
          <p:cNvSpPr>
            <a:spLocks xmlns:a="http://schemas.openxmlformats.org/drawingml/2006/main" noGrp="1"/>
          </p:cNvSpPr>
          <p:nvPr/>
        </p:nvSpPr>
        <p:spPr>
          <a:xfrm xmlns:a="http://schemas.openxmlformats.org/drawingml/2006/main">
            <a:off x="0" y="1676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9" name="rect-0695">
            <a:extLst xmlns:a="http://schemas.openxmlformats.org/drawingml/2006/main">
              <a:ext uri="{FF2B5EF4-FFF2-40B4-BE49-F238E27FC236}">
                <a16:creationId xmlns:a16="http://schemas.microsoft.com/office/drawing/2014/main" id="{0834FEA5-4ED6-47FC-8B95-DA31B94F6DA9}"/>
              </a:ext>
            </a:extLst>
          </p:cNvPr>
          <p:cNvSpPr>
            <a:spLocks xmlns:a="http://schemas.openxmlformats.org/drawingml/2006/main" noGrp="1"/>
          </p:cNvSpPr>
          <p:nvPr/>
        </p:nvSpPr>
        <p:spPr>
          <a:xfrm xmlns:a="http://schemas.openxmlformats.org/drawingml/2006/main">
            <a:off x="0" y="2514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0" name="rect-0696">
            <a:extLst xmlns:a="http://schemas.openxmlformats.org/drawingml/2006/main">
              <a:ext uri="{FF2B5EF4-FFF2-40B4-BE49-F238E27FC236}">
                <a16:creationId xmlns:a16="http://schemas.microsoft.com/office/drawing/2014/main" id="{2B28C701-4AB4-49F7-A384-AC4B2B4CA1D7}"/>
              </a:ext>
            </a:extLst>
          </p:cNvPr>
          <p:cNvSpPr>
            <a:spLocks xmlns:a="http://schemas.openxmlformats.org/drawingml/2006/main" noGrp="1"/>
          </p:cNvSpPr>
          <p:nvPr/>
        </p:nvSpPr>
        <p:spPr>
          <a:xfrm xmlns:a="http://schemas.openxmlformats.org/drawingml/2006/main">
            <a:off x="0" y="33528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1" name="rect-0697">
            <a:extLst xmlns:a="http://schemas.openxmlformats.org/drawingml/2006/main">
              <a:ext uri="{FF2B5EF4-FFF2-40B4-BE49-F238E27FC236}">
                <a16:creationId xmlns:a16="http://schemas.microsoft.com/office/drawing/2014/main" id="{64CF54A7-CBAE-4EAE-B51D-691D02A67CBE}"/>
              </a:ext>
            </a:extLst>
          </p:cNvPr>
          <p:cNvSpPr>
            <a:spLocks xmlns:a="http://schemas.openxmlformats.org/drawingml/2006/main" noGrp="1"/>
          </p:cNvSpPr>
          <p:nvPr/>
        </p:nvSpPr>
        <p:spPr>
          <a:xfrm xmlns:a="http://schemas.openxmlformats.org/drawingml/2006/main">
            <a:off x="0" y="41910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2" name="rect-0698">
            <a:extLst xmlns:a="http://schemas.openxmlformats.org/drawingml/2006/main">
              <a:ext uri="{FF2B5EF4-FFF2-40B4-BE49-F238E27FC236}">
                <a16:creationId xmlns:a16="http://schemas.microsoft.com/office/drawing/2014/main" id="{1706317B-9D06-4360-BC17-26B02E208CFC}"/>
              </a:ext>
            </a:extLst>
          </p:cNvPr>
          <p:cNvSpPr>
            <a:spLocks xmlns:a="http://schemas.openxmlformats.org/drawingml/2006/main" noGrp="1"/>
          </p:cNvSpPr>
          <p:nvPr/>
        </p:nvSpPr>
        <p:spPr>
          <a:xfrm xmlns:a="http://schemas.openxmlformats.org/drawingml/2006/main">
            <a:off x="0" y="5029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3" name="rect-0699">
            <a:extLst xmlns:a="http://schemas.openxmlformats.org/drawingml/2006/main">
              <a:ext uri="{FF2B5EF4-FFF2-40B4-BE49-F238E27FC236}">
                <a16:creationId xmlns:a16="http://schemas.microsoft.com/office/drawing/2014/main" id="{1D524CA5-CF06-4E25-A4A4-7D5F15F4179C}"/>
              </a:ext>
            </a:extLst>
          </p:cNvPr>
          <p:cNvSpPr>
            <a:spLocks xmlns:a="http://schemas.openxmlformats.org/drawingml/2006/main" noGrp="1"/>
          </p:cNvSpPr>
          <p:nvPr/>
        </p:nvSpPr>
        <p:spPr>
          <a:xfrm xmlns:a="http://schemas.openxmlformats.org/drawingml/2006/main">
            <a:off x="0" y="5867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4" name="rect-0700">
            <a:extLst xmlns:a="http://schemas.openxmlformats.org/drawingml/2006/main">
              <a:ext uri="{FF2B5EF4-FFF2-40B4-BE49-F238E27FC236}">
                <a16:creationId xmlns:a16="http://schemas.microsoft.com/office/drawing/2014/main" id="{52CFD086-2A8A-48A2-8322-18E8A61E0A9F}"/>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5" name="rect-0701">
            <a:extLst xmlns:a="http://schemas.openxmlformats.org/drawingml/2006/main">
              <a:ext uri="{FF2B5EF4-FFF2-40B4-BE49-F238E27FC236}">
                <a16:creationId xmlns:a16="http://schemas.microsoft.com/office/drawing/2014/main" id="{D3FC1469-E21C-4E79-9441-021B1E4FCB07}"/>
              </a:ext>
            </a:extLst>
          </p:cNvPr>
          <p:cNvSpPr>
            <a:spLocks xmlns:a="http://schemas.openxmlformats.org/drawingml/2006/main" noGrp="1"/>
          </p:cNvSpPr>
          <p:nvPr/>
        </p:nvSpPr>
        <p:spPr>
          <a:xfrm xmlns:a="http://schemas.openxmlformats.org/drawingml/2006/main">
            <a:off x="0" y="0"/>
            <a:ext cx="3171825" cy="7620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26" name="rect-0702">
            <a:extLst xmlns:a="http://schemas.openxmlformats.org/drawingml/2006/main">
              <a:ext uri="{FF2B5EF4-FFF2-40B4-BE49-F238E27FC236}">
                <a16:creationId xmlns:a16="http://schemas.microsoft.com/office/drawing/2014/main" id="{5313BA53-D91A-4BEB-9831-38D222570EC2}"/>
              </a:ext>
            </a:extLst>
          </p:cNvPr>
          <p:cNvSpPr>
            <a:spLocks xmlns:a="http://schemas.openxmlformats.org/drawingml/2006/main" noGrp="1"/>
          </p:cNvSpPr>
          <p:nvPr/>
        </p:nvSpPr>
        <p:spPr>
          <a:xfrm xmlns:a="http://schemas.openxmlformats.org/drawingml/2006/main">
            <a:off x="3171825" y="0"/>
            <a:ext cx="1952625" cy="76200"/>
          </a:xfrm>
          <a:prstGeom xmlns:a="http://schemas.openxmlformats.org/drawingml/2006/main" prst="rect">
            <a:avLst/>
          </a:prstGeom>
          <a:solidFill xmlns:a="http://schemas.openxmlformats.org/drawingml/2006/main">
            <a:srgbClr val="B8842F"/>
          </a:solidFill>
          <a:ln xmlns:a="http://schemas.openxmlformats.org/drawingml/2006/main" w="0">
            <a:noFill/>
            <a:prstDash val="solid"/>
          </a:ln>
        </p:spPr>
      </p:sp>
      <p:sp>
        <p:nvSpPr>
          <p:cNvPr id="27" name="rect-0703">
            <a:extLst xmlns:a="http://schemas.openxmlformats.org/drawingml/2006/main">
              <a:ext uri="{FF2B5EF4-FFF2-40B4-BE49-F238E27FC236}">
                <a16:creationId xmlns:a16="http://schemas.microsoft.com/office/drawing/2014/main" id="{FFE73367-4730-4143-9C73-9AC242DDF2F9}"/>
              </a:ext>
            </a:extLst>
          </p:cNvPr>
          <p:cNvSpPr>
            <a:spLocks xmlns:a="http://schemas.openxmlformats.org/drawingml/2006/main" noGrp="1"/>
          </p:cNvSpPr>
          <p:nvPr/>
        </p:nvSpPr>
        <p:spPr>
          <a:xfrm xmlns:a="http://schemas.openxmlformats.org/drawingml/2006/main">
            <a:off x="5124450" y="0"/>
            <a:ext cx="7067550" cy="76200"/>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pic>
        <p:nvPicPr>
          <p:cNvPr id="89" name=""/>
          <p:cNvPicPr>
            <a:picLocks xmlns:a="http://schemas.openxmlformats.org/drawingml/2006/main" noChangeAspect="1"/>
          </p:cNvPicPr>
          <p:nvPr/>
        </p:nvPicPr>
        <p:blipFill>
          <a:blip xmlns:r="http://schemas.openxmlformats.org/officeDocument/2006/relationships" xmlns:a="http://schemas.openxmlformats.org/drawingml/2006/main" r:embed="R36ad7a55ecac4776">
            <a:extLst>
              <a:ext uri="{96DAC541-7B7A-43D3-8B79-37D633B846F1}">
                <asvg:svgBlip xmlns:asvg="http://schemas.microsoft.com/office/drawing/2016/SVG/main" r:embed="Rbc4a38d0e67d479c"/>
              </a:ext>
            </a:extLst>
          </a:blip>
          <a:stretch xmlns:a="http://schemas.openxmlformats.org/drawingml/2006/main"/>
        </p:blipFill>
        <p:spPr>
          <a:xfrm xmlns:a="http://schemas.openxmlformats.org/drawingml/2006/main">
            <a:off x="9871043" y="289560"/>
            <a:ext cx="1863757" cy="539115"/>
          </a:xfrm>
          <a:prstGeom xmlns:a="http://schemas.openxmlformats.org/drawingml/2006/main" prst="rect">
            <a:avLst/>
          </a:prstGeom>
        </p:spPr>
      </p:pic>
      <p:sp>
        <p:nvSpPr>
          <p:cNvPr id="29" name="text-0704">
            <a:extLst xmlns:a="http://schemas.openxmlformats.org/drawingml/2006/main">
              <a:ext uri="{FF2B5EF4-FFF2-40B4-BE49-F238E27FC236}">
                <a16:creationId xmlns:a16="http://schemas.microsoft.com/office/drawing/2014/main" id="{F855CFD1-E78F-4A12-BD8A-19FEE233803E}"/>
              </a:ext>
            </a:extLst>
          </p:cNvPr>
          <p:cNvSpPr>
            <a:spLocks xmlns:a="http://schemas.openxmlformats.org/drawingml/2006/main" noGrp="1"/>
          </p:cNvSpPr>
          <p:nvPr/>
        </p:nvSpPr>
        <p:spPr>
          <a:xfrm xmlns:a="http://schemas.openxmlformats.org/drawingml/2006/main">
            <a:off x="685800" y="6572250"/>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87287"/>
                </a:solidFill>
                <a:latin typeface="PingFang SC"/>
                <a:ea typeface="PingFang SC"/>
                <a:cs typeface="PingFang SC"/>
              </a:defRPr>
            </a:pPr>
            <a:r>
              <a:rPr sz="825" b="0">
                <a:solidFill>
                  <a:srgbClr val="687287"/>
                </a:solidFill>
                <a:latin typeface="PingFang SC"/>
                <a:ea typeface="PingFang SC"/>
                <a:cs typeface="PingFang SC"/>
              </a:rPr>
              <a:t>开放东方 · AI使用培训</a:t>
            </a:r>
          </a:p>
        </p:txBody>
      </p:sp>
      <p:sp>
        <p:nvSpPr>
          <p:cNvPr id="30" name="text-0705">
            <a:extLst xmlns:a="http://schemas.openxmlformats.org/drawingml/2006/main">
              <a:ext uri="{FF2B5EF4-FFF2-40B4-BE49-F238E27FC236}">
                <a16:creationId xmlns:a16="http://schemas.microsoft.com/office/drawing/2014/main" id="{0DA81FF4-DBDF-45E3-8FC1-E87FA6F90411}"/>
              </a:ext>
            </a:extLst>
          </p:cNvPr>
          <p:cNvSpPr>
            <a:spLocks xmlns:a="http://schemas.openxmlformats.org/drawingml/2006/main" noGrp="1"/>
          </p:cNvSpPr>
          <p:nvPr/>
        </p:nvSpPr>
        <p:spPr>
          <a:xfrm xmlns:a="http://schemas.openxmlformats.org/drawingml/2006/main">
            <a:off x="11239500" y="65151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A74335"/>
                </a:solidFill>
                <a:latin typeface="PingFang SC"/>
                <a:ea typeface="PingFang SC"/>
                <a:cs typeface="PingFang SC"/>
              </a:defRPr>
            </a:pPr>
            <a:r>
              <a:rPr sz="975" b="1">
                <a:solidFill>
                  <a:srgbClr val="A74335"/>
                </a:solidFill>
                <a:latin typeface="PingFang SC"/>
                <a:ea typeface="PingFang SC"/>
                <a:cs typeface="PingFang SC"/>
              </a:rPr>
              <a:t>13</a:t>
            </a:r>
          </a:p>
        </p:txBody>
      </p:sp>
      <p:sp>
        <p:nvSpPr>
          <p:cNvPr id="31" name="rect-0706">
            <a:extLst xmlns:a="http://schemas.openxmlformats.org/drawingml/2006/main">
              <a:ext uri="{FF2B5EF4-FFF2-40B4-BE49-F238E27FC236}">
                <a16:creationId xmlns:a16="http://schemas.microsoft.com/office/drawing/2014/main" id="{EE8045A1-7A33-4AF6-B11B-C5B4EF22EF9F}"/>
              </a:ext>
            </a:extLst>
          </p:cNvPr>
          <p:cNvSpPr>
            <a:spLocks xmlns:a="http://schemas.openxmlformats.org/drawingml/2006/main" noGrp="1"/>
          </p:cNvSpPr>
          <p:nvPr/>
        </p:nvSpPr>
        <p:spPr>
          <a:xfrm xmlns:a="http://schemas.openxmlformats.org/drawingml/2006/main">
            <a:off x="685800" y="619125"/>
            <a:ext cx="323850" cy="28575"/>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32" name="text-0707">
            <a:extLst xmlns:a="http://schemas.openxmlformats.org/drawingml/2006/main">
              <a:ext uri="{FF2B5EF4-FFF2-40B4-BE49-F238E27FC236}">
                <a16:creationId xmlns:a16="http://schemas.microsoft.com/office/drawing/2014/main" id="{9CF4A3DC-366C-43EE-B80C-743CF5F38787}"/>
              </a:ext>
            </a:extLst>
          </p:cNvPr>
          <p:cNvSpPr>
            <a:spLocks xmlns:a="http://schemas.openxmlformats.org/drawingml/2006/main" noGrp="1"/>
          </p:cNvSpPr>
          <p:nvPr/>
        </p:nvSpPr>
        <p:spPr>
          <a:xfrm xmlns:a="http://schemas.openxmlformats.org/drawingml/2006/main">
            <a:off x="1123950" y="504825"/>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335"/>
                </a:solidFill>
                <a:latin typeface="PingFang SC"/>
                <a:ea typeface="PingFang SC"/>
                <a:cs typeface="PingFang SC"/>
              </a:defRPr>
            </a:pPr>
            <a:r>
              <a:rPr sz="1125" b="1">
                <a:solidFill>
                  <a:srgbClr val="A74335"/>
                </a:solidFill>
                <a:latin typeface="PingFang SC"/>
                <a:ea typeface="PingFang SC"/>
                <a:cs typeface="PingFang SC"/>
              </a:rPr>
              <a:t>12 · 共同成长，但机制不同</a:t>
            </a:r>
          </a:p>
        </p:txBody>
      </p:sp>
      <p:sp>
        <p:nvSpPr>
          <p:cNvPr id="33" name="text-0708">
            <a:extLst xmlns:a="http://schemas.openxmlformats.org/drawingml/2006/main">
              <a:ext uri="{FF2B5EF4-FFF2-40B4-BE49-F238E27FC236}">
                <a16:creationId xmlns:a16="http://schemas.microsoft.com/office/drawing/2014/main" id="{B03374EF-0BCF-4DEC-BF44-44FC9BF010A3}"/>
              </a:ext>
            </a:extLst>
          </p:cNvPr>
          <p:cNvSpPr>
            <a:spLocks xmlns:a="http://schemas.openxmlformats.org/drawingml/2006/main" noGrp="1"/>
          </p:cNvSpPr>
          <p:nvPr/>
        </p:nvSpPr>
        <p:spPr>
          <a:xfrm xmlns:a="http://schemas.openxmlformats.org/drawingml/2006/main">
            <a:off x="685800" y="981075"/>
            <a:ext cx="108204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161"/>
          </a:bodyPr>
          <a:lstStyle xmlns:a="http://schemas.openxmlformats.org/drawingml/2006/main"/>
          <a:p xmlns:a="http://schemas.openxmlformats.org/drawingml/2006/main">
            <a:pPr algn="l">
              <a:lnSpc>
                <a:spcPct val="95000"/>
              </a:lnSpc>
              <a:buNone/>
              <a:defRPr sz="3450" b="1">
                <a:solidFill>
                  <a:srgbClr val="182338"/>
                </a:solidFill>
                <a:latin typeface="Songti SC"/>
                <a:ea typeface="Songti SC"/>
                <a:cs typeface="Songti SC"/>
              </a:defRPr>
            </a:pPr>
            <a:r>
              <a:rPr sz="3450" b="1">
                <a:solidFill>
                  <a:srgbClr val="182338"/>
                </a:solidFill>
                <a:latin typeface="Songti SC"/>
                <a:ea typeface="Songti SC"/>
                <a:cs typeface="Songti SC"/>
              </a:rPr>
              <a:t>人靠理解和实践成长，</a:t>
            </a:r>
          </a:p>
          <a:p xmlns:a="http://schemas.openxmlformats.org/drawingml/2006/main">
            <a:pPr algn="l">
              <a:lnSpc>
                <a:spcPct val="95000"/>
              </a:lnSpc>
              <a:buNone/>
              <a:defRPr sz="3450" b="1">
                <a:solidFill>
                  <a:srgbClr val="182338"/>
                </a:solidFill>
                <a:latin typeface="Songti SC"/>
                <a:ea typeface="Songti SC"/>
                <a:cs typeface="Songti SC"/>
              </a:defRPr>
            </a:pPr>
            <a:r>
              <a:rPr sz="3450" b="1">
                <a:solidFill>
                  <a:srgbClr val="182338"/>
                </a:solidFill>
                <a:latin typeface="Songti SC"/>
                <a:ea typeface="Songti SC"/>
                <a:cs typeface="Songti SC"/>
              </a:rPr>
              <a:t>AI系统靠外部机制变得更好用</a:t>
            </a:r>
          </a:p>
        </p:txBody>
      </p:sp>
      <p:sp>
        <p:nvSpPr>
          <p:cNvPr id="34" name="text-0709">
            <a:extLst xmlns:a="http://schemas.openxmlformats.org/drawingml/2006/main">
              <a:ext uri="{FF2B5EF4-FFF2-40B4-BE49-F238E27FC236}">
                <a16:creationId xmlns:a16="http://schemas.microsoft.com/office/drawing/2014/main" id="{44883323-61C8-4CC4-BBD2-C7258F349370}"/>
              </a:ext>
            </a:extLst>
          </p:cNvPr>
          <p:cNvSpPr>
            <a:spLocks xmlns:a="http://schemas.openxmlformats.org/drawingml/2006/main" noGrp="1"/>
          </p:cNvSpPr>
          <p:nvPr/>
        </p:nvSpPr>
        <p:spPr>
          <a:xfrm xmlns:a="http://schemas.openxmlformats.org/drawingml/2006/main">
            <a:off x="685800" y="2705100"/>
            <a:ext cx="1809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2F5F83"/>
                </a:solidFill>
                <a:latin typeface="PingFang SC"/>
                <a:ea typeface="PingFang SC"/>
                <a:cs typeface="PingFang SC"/>
              </a:defRPr>
            </a:pPr>
            <a:r>
              <a:rPr sz="1650" b="1">
                <a:solidFill>
                  <a:srgbClr val="2F5F83"/>
                </a:solidFill>
                <a:latin typeface="PingFang SC"/>
                <a:ea typeface="PingFang SC"/>
                <a:cs typeface="PingFang SC"/>
              </a:rPr>
              <a:t>人的学习闭环</a:t>
            </a:r>
          </a:p>
        </p:txBody>
      </p:sp>
      <p:sp>
        <p:nvSpPr>
          <p:cNvPr id="35" name="rect-0710">
            <a:extLst xmlns:a="http://schemas.openxmlformats.org/drawingml/2006/main">
              <a:ext uri="{FF2B5EF4-FFF2-40B4-BE49-F238E27FC236}">
                <a16:creationId xmlns:a16="http://schemas.microsoft.com/office/drawing/2014/main" id="{75C518EE-1800-48EA-9FC7-9026CE34FA1E}"/>
              </a:ext>
            </a:extLst>
          </p:cNvPr>
          <p:cNvSpPr>
            <a:spLocks xmlns:a="http://schemas.openxmlformats.org/drawingml/2006/main" noGrp="1"/>
          </p:cNvSpPr>
          <p:nvPr/>
        </p:nvSpPr>
        <p:spPr>
          <a:xfrm xmlns:a="http://schemas.openxmlformats.org/drawingml/2006/main">
            <a:off x="2714625" y="2476500"/>
            <a:ext cx="1571625" cy="857250"/>
          </a:xfrm>
          <a:prstGeom xmlns:a="http://schemas.openxmlformats.org/drawingml/2006/main" prst="roundRect">
            <a:avLst>
              <a:gd name="adj" fmla="val 13333"/>
            </a:avLst>
          </a:prstGeom>
          <a:solidFill xmlns:a="http://schemas.openxmlformats.org/drawingml/2006/main">
            <a:srgbClr val="DCE8EF"/>
          </a:solidFill>
          <a:ln xmlns:a="http://schemas.openxmlformats.org/drawingml/2006/main" w="9525">
            <a:solidFill>
              <a:srgbClr val="2F5F83"/>
            </a:solidFill>
            <a:prstDash val="solid"/>
          </a:ln>
        </p:spPr>
      </p:sp>
      <p:sp>
        <p:nvSpPr>
          <p:cNvPr id="36" name="text-0711">
            <a:extLst xmlns:a="http://schemas.openxmlformats.org/drawingml/2006/main">
              <a:ext uri="{FF2B5EF4-FFF2-40B4-BE49-F238E27FC236}">
                <a16:creationId xmlns:a16="http://schemas.microsoft.com/office/drawing/2014/main" id="{2D5BBFAF-DBDF-4FF9-ACBB-02E0CE10CCE6}"/>
              </a:ext>
            </a:extLst>
          </p:cNvPr>
          <p:cNvSpPr>
            <a:spLocks xmlns:a="http://schemas.openxmlformats.org/drawingml/2006/main" noGrp="1"/>
          </p:cNvSpPr>
          <p:nvPr/>
        </p:nvSpPr>
        <p:spPr>
          <a:xfrm xmlns:a="http://schemas.openxmlformats.org/drawingml/2006/main">
            <a:off x="2828925" y="2714625"/>
            <a:ext cx="13430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2F5F83"/>
                </a:solidFill>
                <a:latin typeface="PingFang SC"/>
                <a:ea typeface="PingFang SC"/>
                <a:cs typeface="PingFang SC"/>
              </a:defRPr>
            </a:pPr>
            <a:r>
              <a:rPr sz="1575" b="1">
                <a:solidFill>
                  <a:srgbClr val="2F5F83"/>
                </a:solidFill>
                <a:latin typeface="PingFang SC"/>
                <a:ea typeface="PingFang SC"/>
                <a:cs typeface="PingFang SC"/>
              </a:rPr>
              <a:t>获取</a:t>
            </a:r>
          </a:p>
        </p:txBody>
      </p:sp>
      <p:sp>
        <p:nvSpPr>
          <p:cNvPr id="37" name="text-0712">
            <a:extLst xmlns:a="http://schemas.openxmlformats.org/drawingml/2006/main">
              <a:ext uri="{FF2B5EF4-FFF2-40B4-BE49-F238E27FC236}">
                <a16:creationId xmlns:a16="http://schemas.microsoft.com/office/drawing/2014/main" id="{3D352A63-23C3-4EA7-BA1C-D653CA98C47E}"/>
              </a:ext>
            </a:extLst>
          </p:cNvPr>
          <p:cNvSpPr>
            <a:spLocks xmlns:a="http://schemas.openxmlformats.org/drawingml/2006/main" noGrp="1"/>
          </p:cNvSpPr>
          <p:nvPr/>
        </p:nvSpPr>
        <p:spPr>
          <a:xfrm xmlns:a="http://schemas.openxmlformats.org/drawingml/2006/main">
            <a:off x="4352925" y="268605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a:solidFill>
                  <a:srgbClr val="2F5F83"/>
                </a:solidFill>
                <a:latin typeface="PingFang SC"/>
                <a:ea typeface="PingFang SC"/>
                <a:cs typeface="PingFang SC"/>
              </a:defRPr>
            </a:pPr>
            <a:r>
              <a:rPr sz="1875" b="1">
                <a:solidFill>
                  <a:srgbClr val="2F5F83"/>
                </a:solidFill>
                <a:latin typeface="PingFang SC"/>
                <a:ea typeface="PingFang SC"/>
                <a:cs typeface="PingFang SC"/>
              </a:rPr>
              <a:t>→</a:t>
            </a:r>
          </a:p>
        </p:txBody>
      </p:sp>
      <p:sp>
        <p:nvSpPr>
          <p:cNvPr id="38" name="rect-0713">
            <a:extLst xmlns:a="http://schemas.openxmlformats.org/drawingml/2006/main">
              <a:ext uri="{FF2B5EF4-FFF2-40B4-BE49-F238E27FC236}">
                <a16:creationId xmlns:a16="http://schemas.microsoft.com/office/drawing/2014/main" id="{026F916D-5729-4047-B6C0-4C67C04AA7C6}"/>
              </a:ext>
            </a:extLst>
          </p:cNvPr>
          <p:cNvSpPr>
            <a:spLocks xmlns:a="http://schemas.openxmlformats.org/drawingml/2006/main" noGrp="1"/>
          </p:cNvSpPr>
          <p:nvPr/>
        </p:nvSpPr>
        <p:spPr>
          <a:xfrm xmlns:a="http://schemas.openxmlformats.org/drawingml/2006/main">
            <a:off x="4810125" y="2476500"/>
            <a:ext cx="1571625" cy="857250"/>
          </a:xfrm>
          <a:prstGeom xmlns:a="http://schemas.openxmlformats.org/drawingml/2006/main" prst="roundRect">
            <a:avLst>
              <a:gd name="adj" fmla="val 13333"/>
            </a:avLst>
          </a:prstGeom>
          <a:solidFill xmlns:a="http://schemas.openxmlformats.org/drawingml/2006/main">
            <a:srgbClr val="DCE8EF"/>
          </a:solidFill>
          <a:ln xmlns:a="http://schemas.openxmlformats.org/drawingml/2006/main" w="9525">
            <a:solidFill>
              <a:srgbClr val="2F5F83"/>
            </a:solidFill>
            <a:prstDash val="solid"/>
          </a:ln>
        </p:spPr>
      </p:sp>
      <p:sp>
        <p:nvSpPr>
          <p:cNvPr id="39" name="text-0714">
            <a:extLst xmlns:a="http://schemas.openxmlformats.org/drawingml/2006/main">
              <a:ext uri="{FF2B5EF4-FFF2-40B4-BE49-F238E27FC236}">
                <a16:creationId xmlns:a16="http://schemas.microsoft.com/office/drawing/2014/main" id="{064D9FA1-66B8-414F-95EF-F981DB0014B4}"/>
              </a:ext>
            </a:extLst>
          </p:cNvPr>
          <p:cNvSpPr>
            <a:spLocks xmlns:a="http://schemas.openxmlformats.org/drawingml/2006/main" noGrp="1"/>
          </p:cNvSpPr>
          <p:nvPr/>
        </p:nvSpPr>
        <p:spPr>
          <a:xfrm xmlns:a="http://schemas.openxmlformats.org/drawingml/2006/main">
            <a:off x="4924425" y="2714625"/>
            <a:ext cx="13430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2F5F83"/>
                </a:solidFill>
                <a:latin typeface="PingFang SC"/>
                <a:ea typeface="PingFang SC"/>
                <a:cs typeface="PingFang SC"/>
              </a:defRPr>
            </a:pPr>
            <a:r>
              <a:rPr sz="1575" b="1">
                <a:solidFill>
                  <a:srgbClr val="2F5F83"/>
                </a:solidFill>
                <a:latin typeface="PingFang SC"/>
                <a:ea typeface="PingFang SC"/>
                <a:cs typeface="PingFang SC"/>
              </a:rPr>
              <a:t>理解</a:t>
            </a:r>
          </a:p>
        </p:txBody>
      </p:sp>
      <p:sp>
        <p:nvSpPr>
          <p:cNvPr id="40" name="text-0715">
            <a:extLst xmlns:a="http://schemas.openxmlformats.org/drawingml/2006/main">
              <a:ext uri="{FF2B5EF4-FFF2-40B4-BE49-F238E27FC236}">
                <a16:creationId xmlns:a16="http://schemas.microsoft.com/office/drawing/2014/main" id="{54EE6772-B7E4-4373-9E31-64AE6A2B4DC1}"/>
              </a:ext>
            </a:extLst>
          </p:cNvPr>
          <p:cNvSpPr>
            <a:spLocks xmlns:a="http://schemas.openxmlformats.org/drawingml/2006/main" noGrp="1"/>
          </p:cNvSpPr>
          <p:nvPr/>
        </p:nvSpPr>
        <p:spPr>
          <a:xfrm xmlns:a="http://schemas.openxmlformats.org/drawingml/2006/main">
            <a:off x="6448425" y="268605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a:solidFill>
                  <a:srgbClr val="2F5F83"/>
                </a:solidFill>
                <a:latin typeface="PingFang SC"/>
                <a:ea typeface="PingFang SC"/>
                <a:cs typeface="PingFang SC"/>
              </a:defRPr>
            </a:pPr>
            <a:r>
              <a:rPr sz="1875" b="1">
                <a:solidFill>
                  <a:srgbClr val="2F5F83"/>
                </a:solidFill>
                <a:latin typeface="PingFang SC"/>
                <a:ea typeface="PingFang SC"/>
                <a:cs typeface="PingFang SC"/>
              </a:rPr>
              <a:t>→</a:t>
            </a:r>
          </a:p>
        </p:txBody>
      </p:sp>
      <p:sp>
        <p:nvSpPr>
          <p:cNvPr id="41" name="rect-0716">
            <a:extLst xmlns:a="http://schemas.openxmlformats.org/drawingml/2006/main">
              <a:ext uri="{FF2B5EF4-FFF2-40B4-BE49-F238E27FC236}">
                <a16:creationId xmlns:a16="http://schemas.microsoft.com/office/drawing/2014/main" id="{54F4F809-56BE-481A-9F8A-C41E44741BDF}"/>
              </a:ext>
            </a:extLst>
          </p:cNvPr>
          <p:cNvSpPr>
            <a:spLocks xmlns:a="http://schemas.openxmlformats.org/drawingml/2006/main" noGrp="1"/>
          </p:cNvSpPr>
          <p:nvPr/>
        </p:nvSpPr>
        <p:spPr>
          <a:xfrm xmlns:a="http://schemas.openxmlformats.org/drawingml/2006/main">
            <a:off x="6905625" y="2476500"/>
            <a:ext cx="1571625" cy="857250"/>
          </a:xfrm>
          <a:prstGeom xmlns:a="http://schemas.openxmlformats.org/drawingml/2006/main" prst="roundRect">
            <a:avLst>
              <a:gd name="adj" fmla="val 13333"/>
            </a:avLst>
          </a:prstGeom>
          <a:solidFill xmlns:a="http://schemas.openxmlformats.org/drawingml/2006/main">
            <a:srgbClr val="DCE8EF"/>
          </a:solidFill>
          <a:ln xmlns:a="http://schemas.openxmlformats.org/drawingml/2006/main" w="9525">
            <a:solidFill>
              <a:srgbClr val="2F5F83"/>
            </a:solidFill>
            <a:prstDash val="solid"/>
          </a:ln>
        </p:spPr>
      </p:sp>
      <p:sp>
        <p:nvSpPr>
          <p:cNvPr id="42" name="text-0717">
            <a:extLst xmlns:a="http://schemas.openxmlformats.org/drawingml/2006/main">
              <a:ext uri="{FF2B5EF4-FFF2-40B4-BE49-F238E27FC236}">
                <a16:creationId xmlns:a16="http://schemas.microsoft.com/office/drawing/2014/main" id="{A757E589-F5D5-4CF0-92D0-B54E3F37E8F9}"/>
              </a:ext>
            </a:extLst>
          </p:cNvPr>
          <p:cNvSpPr>
            <a:spLocks xmlns:a="http://schemas.openxmlformats.org/drawingml/2006/main" noGrp="1"/>
          </p:cNvSpPr>
          <p:nvPr/>
        </p:nvSpPr>
        <p:spPr>
          <a:xfrm xmlns:a="http://schemas.openxmlformats.org/drawingml/2006/main">
            <a:off x="7019925" y="2714625"/>
            <a:ext cx="13430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2F5F83"/>
                </a:solidFill>
                <a:latin typeface="PingFang SC"/>
                <a:ea typeface="PingFang SC"/>
                <a:cs typeface="PingFang SC"/>
              </a:defRPr>
            </a:pPr>
            <a:r>
              <a:rPr sz="1575" b="1">
                <a:solidFill>
                  <a:srgbClr val="2F5F83"/>
                </a:solidFill>
                <a:latin typeface="PingFang SC"/>
                <a:ea typeface="PingFang SC"/>
                <a:cs typeface="PingFang SC"/>
              </a:rPr>
              <a:t>表达与实践</a:t>
            </a:r>
          </a:p>
        </p:txBody>
      </p:sp>
      <p:sp>
        <p:nvSpPr>
          <p:cNvPr id="43" name="text-0718">
            <a:extLst xmlns:a="http://schemas.openxmlformats.org/drawingml/2006/main">
              <a:ext uri="{FF2B5EF4-FFF2-40B4-BE49-F238E27FC236}">
                <a16:creationId xmlns:a16="http://schemas.microsoft.com/office/drawing/2014/main" id="{4147AD76-C6DA-4EBC-8618-96DFC6FAFC58}"/>
              </a:ext>
            </a:extLst>
          </p:cNvPr>
          <p:cNvSpPr>
            <a:spLocks xmlns:a="http://schemas.openxmlformats.org/drawingml/2006/main" noGrp="1"/>
          </p:cNvSpPr>
          <p:nvPr/>
        </p:nvSpPr>
        <p:spPr>
          <a:xfrm xmlns:a="http://schemas.openxmlformats.org/drawingml/2006/main">
            <a:off x="8543925" y="268605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a:solidFill>
                  <a:srgbClr val="2F5F83"/>
                </a:solidFill>
                <a:latin typeface="PingFang SC"/>
                <a:ea typeface="PingFang SC"/>
                <a:cs typeface="PingFang SC"/>
              </a:defRPr>
            </a:pPr>
            <a:r>
              <a:rPr sz="1875" b="1">
                <a:solidFill>
                  <a:srgbClr val="2F5F83"/>
                </a:solidFill>
                <a:latin typeface="PingFang SC"/>
                <a:ea typeface="PingFang SC"/>
                <a:cs typeface="PingFang SC"/>
              </a:rPr>
              <a:t>→</a:t>
            </a:r>
          </a:p>
        </p:txBody>
      </p:sp>
      <p:sp>
        <p:nvSpPr>
          <p:cNvPr id="44" name="rect-0719">
            <a:extLst xmlns:a="http://schemas.openxmlformats.org/drawingml/2006/main">
              <a:ext uri="{FF2B5EF4-FFF2-40B4-BE49-F238E27FC236}">
                <a16:creationId xmlns:a16="http://schemas.microsoft.com/office/drawing/2014/main" id="{9174CFDF-F2A6-4A62-92E4-CC541597347D}"/>
              </a:ext>
            </a:extLst>
          </p:cNvPr>
          <p:cNvSpPr>
            <a:spLocks xmlns:a="http://schemas.openxmlformats.org/drawingml/2006/main" noGrp="1"/>
          </p:cNvSpPr>
          <p:nvPr/>
        </p:nvSpPr>
        <p:spPr>
          <a:xfrm xmlns:a="http://schemas.openxmlformats.org/drawingml/2006/main">
            <a:off x="9001125" y="2476500"/>
            <a:ext cx="1571625" cy="857250"/>
          </a:xfrm>
          <a:prstGeom xmlns:a="http://schemas.openxmlformats.org/drawingml/2006/main" prst="roundRect">
            <a:avLst>
              <a:gd name="adj" fmla="val 13333"/>
            </a:avLst>
          </a:prstGeom>
          <a:solidFill xmlns:a="http://schemas.openxmlformats.org/drawingml/2006/main">
            <a:srgbClr val="DCE8EF"/>
          </a:solidFill>
          <a:ln xmlns:a="http://schemas.openxmlformats.org/drawingml/2006/main" w="9525">
            <a:solidFill>
              <a:srgbClr val="2F5F83"/>
            </a:solidFill>
            <a:prstDash val="solid"/>
          </a:ln>
        </p:spPr>
      </p:sp>
      <p:sp>
        <p:nvSpPr>
          <p:cNvPr id="45" name="text-0720">
            <a:extLst xmlns:a="http://schemas.openxmlformats.org/drawingml/2006/main">
              <a:ext uri="{FF2B5EF4-FFF2-40B4-BE49-F238E27FC236}">
                <a16:creationId xmlns:a16="http://schemas.microsoft.com/office/drawing/2014/main" id="{E1E68D47-2205-4F7B-9728-9E83D244F45C}"/>
              </a:ext>
            </a:extLst>
          </p:cNvPr>
          <p:cNvSpPr>
            <a:spLocks xmlns:a="http://schemas.openxmlformats.org/drawingml/2006/main" noGrp="1"/>
          </p:cNvSpPr>
          <p:nvPr/>
        </p:nvSpPr>
        <p:spPr>
          <a:xfrm xmlns:a="http://schemas.openxmlformats.org/drawingml/2006/main">
            <a:off x="9115425" y="2714625"/>
            <a:ext cx="13430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2F5F83"/>
                </a:solidFill>
                <a:latin typeface="PingFang SC"/>
                <a:ea typeface="PingFang SC"/>
                <a:cs typeface="PingFang SC"/>
              </a:defRPr>
            </a:pPr>
            <a:r>
              <a:rPr sz="1575" b="1">
                <a:solidFill>
                  <a:srgbClr val="2F5F83"/>
                </a:solidFill>
                <a:latin typeface="PingFang SC"/>
                <a:ea typeface="PingFang SC"/>
                <a:cs typeface="PingFang SC"/>
              </a:rPr>
              <a:t>复盘</a:t>
            </a:r>
          </a:p>
        </p:txBody>
      </p:sp>
      <p:sp>
        <p:nvSpPr>
          <p:cNvPr id="46" name="text-0721">
            <a:extLst xmlns:a="http://schemas.openxmlformats.org/drawingml/2006/main">
              <a:ext uri="{FF2B5EF4-FFF2-40B4-BE49-F238E27FC236}">
                <a16:creationId xmlns:a16="http://schemas.microsoft.com/office/drawing/2014/main" id="{C07262AC-ABCF-4F0E-9E35-61EC9ED2E99A}"/>
              </a:ext>
            </a:extLst>
          </p:cNvPr>
          <p:cNvSpPr>
            <a:spLocks xmlns:a="http://schemas.openxmlformats.org/drawingml/2006/main" noGrp="1"/>
          </p:cNvSpPr>
          <p:nvPr/>
        </p:nvSpPr>
        <p:spPr>
          <a:xfrm xmlns:a="http://schemas.openxmlformats.org/drawingml/2006/main">
            <a:off x="685800" y="4086225"/>
            <a:ext cx="1809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A74335"/>
                </a:solidFill>
                <a:latin typeface="PingFang SC"/>
                <a:ea typeface="PingFang SC"/>
                <a:cs typeface="PingFang SC"/>
              </a:defRPr>
            </a:pPr>
            <a:r>
              <a:rPr sz="1650" b="1">
                <a:solidFill>
                  <a:srgbClr val="A74335"/>
                </a:solidFill>
                <a:latin typeface="PingFang SC"/>
                <a:ea typeface="PingFang SC"/>
                <a:cs typeface="PingFang SC"/>
              </a:rPr>
              <a:t>AI系统的改进闭环</a:t>
            </a:r>
          </a:p>
        </p:txBody>
      </p:sp>
      <p:sp>
        <p:nvSpPr>
          <p:cNvPr id="47" name="rect-0722">
            <a:extLst xmlns:a="http://schemas.openxmlformats.org/drawingml/2006/main">
              <a:ext uri="{FF2B5EF4-FFF2-40B4-BE49-F238E27FC236}">
                <a16:creationId xmlns:a16="http://schemas.microsoft.com/office/drawing/2014/main" id="{62A7B87A-7929-4E83-93B8-E0707EC10C67}"/>
              </a:ext>
            </a:extLst>
          </p:cNvPr>
          <p:cNvSpPr>
            <a:spLocks xmlns:a="http://schemas.openxmlformats.org/drawingml/2006/main" noGrp="1"/>
          </p:cNvSpPr>
          <p:nvPr/>
        </p:nvSpPr>
        <p:spPr>
          <a:xfrm xmlns:a="http://schemas.openxmlformats.org/drawingml/2006/main">
            <a:off x="2714625" y="3857625"/>
            <a:ext cx="1571625" cy="857250"/>
          </a:xfrm>
          <a:prstGeom xmlns:a="http://schemas.openxmlformats.org/drawingml/2006/main" prst="roundRect">
            <a:avLst>
              <a:gd name="adj" fmla="val 13333"/>
            </a:avLst>
          </a:prstGeom>
          <a:solidFill xmlns:a="http://schemas.openxmlformats.org/drawingml/2006/main">
            <a:srgbClr val="F2DDD6"/>
          </a:solidFill>
          <a:ln xmlns:a="http://schemas.openxmlformats.org/drawingml/2006/main" w="9525">
            <a:solidFill>
              <a:srgbClr val="A74335"/>
            </a:solidFill>
            <a:prstDash val="solid"/>
          </a:ln>
        </p:spPr>
      </p:sp>
      <p:sp>
        <p:nvSpPr>
          <p:cNvPr id="48" name="text-0723">
            <a:extLst xmlns:a="http://schemas.openxmlformats.org/drawingml/2006/main">
              <a:ext uri="{FF2B5EF4-FFF2-40B4-BE49-F238E27FC236}">
                <a16:creationId xmlns:a16="http://schemas.microsoft.com/office/drawing/2014/main" id="{999C56F7-090A-4FDB-BA4F-758D9EEE4F65}"/>
              </a:ext>
            </a:extLst>
          </p:cNvPr>
          <p:cNvSpPr>
            <a:spLocks xmlns:a="http://schemas.openxmlformats.org/drawingml/2006/main" noGrp="1"/>
          </p:cNvSpPr>
          <p:nvPr/>
        </p:nvSpPr>
        <p:spPr>
          <a:xfrm xmlns:a="http://schemas.openxmlformats.org/drawingml/2006/main">
            <a:off x="2828925" y="4095750"/>
            <a:ext cx="13430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A74335"/>
                </a:solidFill>
                <a:latin typeface="PingFang SC"/>
                <a:ea typeface="PingFang SC"/>
                <a:cs typeface="PingFang SC"/>
              </a:defRPr>
            </a:pPr>
            <a:r>
              <a:rPr sz="1575" b="1">
                <a:solidFill>
                  <a:srgbClr val="A74335"/>
                </a:solidFill>
                <a:latin typeface="PingFang SC"/>
                <a:ea typeface="PingFang SC"/>
                <a:cs typeface="PingFang SC"/>
              </a:rPr>
              <a:t>知识源</a:t>
            </a:r>
          </a:p>
        </p:txBody>
      </p:sp>
      <p:sp>
        <p:nvSpPr>
          <p:cNvPr id="49" name="text-0724">
            <a:extLst xmlns:a="http://schemas.openxmlformats.org/drawingml/2006/main">
              <a:ext uri="{FF2B5EF4-FFF2-40B4-BE49-F238E27FC236}">
                <a16:creationId xmlns:a16="http://schemas.microsoft.com/office/drawing/2014/main" id="{B3CFF4B6-95C8-4EF0-B91C-E7A7AABD11A8}"/>
              </a:ext>
            </a:extLst>
          </p:cNvPr>
          <p:cNvSpPr>
            <a:spLocks xmlns:a="http://schemas.openxmlformats.org/drawingml/2006/main" noGrp="1"/>
          </p:cNvSpPr>
          <p:nvPr/>
        </p:nvSpPr>
        <p:spPr>
          <a:xfrm xmlns:a="http://schemas.openxmlformats.org/drawingml/2006/main">
            <a:off x="4352925" y="4067175"/>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a:solidFill>
                  <a:srgbClr val="A74335"/>
                </a:solidFill>
                <a:latin typeface="PingFang SC"/>
                <a:ea typeface="PingFang SC"/>
                <a:cs typeface="PingFang SC"/>
              </a:defRPr>
            </a:pPr>
            <a:r>
              <a:rPr sz="1875" b="1">
                <a:solidFill>
                  <a:srgbClr val="A74335"/>
                </a:solidFill>
                <a:latin typeface="PingFang SC"/>
                <a:ea typeface="PingFang SC"/>
                <a:cs typeface="PingFang SC"/>
              </a:rPr>
              <a:t>→</a:t>
            </a:r>
          </a:p>
        </p:txBody>
      </p:sp>
      <p:sp>
        <p:nvSpPr>
          <p:cNvPr id="50" name="rect-0725">
            <a:extLst xmlns:a="http://schemas.openxmlformats.org/drawingml/2006/main">
              <a:ext uri="{FF2B5EF4-FFF2-40B4-BE49-F238E27FC236}">
                <a16:creationId xmlns:a16="http://schemas.microsoft.com/office/drawing/2014/main" id="{96A6D9A7-1DAE-4C92-BAE5-0DA46299F667}"/>
              </a:ext>
            </a:extLst>
          </p:cNvPr>
          <p:cNvSpPr>
            <a:spLocks xmlns:a="http://schemas.openxmlformats.org/drawingml/2006/main" noGrp="1"/>
          </p:cNvSpPr>
          <p:nvPr/>
        </p:nvSpPr>
        <p:spPr>
          <a:xfrm xmlns:a="http://schemas.openxmlformats.org/drawingml/2006/main">
            <a:off x="4810125" y="3857625"/>
            <a:ext cx="1571625" cy="857250"/>
          </a:xfrm>
          <a:prstGeom xmlns:a="http://schemas.openxmlformats.org/drawingml/2006/main" prst="roundRect">
            <a:avLst>
              <a:gd name="adj" fmla="val 13333"/>
            </a:avLst>
          </a:prstGeom>
          <a:solidFill xmlns:a="http://schemas.openxmlformats.org/drawingml/2006/main">
            <a:srgbClr val="F2DDD6"/>
          </a:solidFill>
          <a:ln xmlns:a="http://schemas.openxmlformats.org/drawingml/2006/main" w="9525">
            <a:solidFill>
              <a:srgbClr val="A74335"/>
            </a:solidFill>
            <a:prstDash val="solid"/>
          </a:ln>
        </p:spPr>
      </p:sp>
      <p:sp>
        <p:nvSpPr>
          <p:cNvPr id="51" name="text-0726">
            <a:extLst xmlns:a="http://schemas.openxmlformats.org/drawingml/2006/main">
              <a:ext uri="{FF2B5EF4-FFF2-40B4-BE49-F238E27FC236}">
                <a16:creationId xmlns:a16="http://schemas.microsoft.com/office/drawing/2014/main" id="{BEC126C6-9DEC-4736-B1D2-9EFAAB92FB25}"/>
              </a:ext>
            </a:extLst>
          </p:cNvPr>
          <p:cNvSpPr>
            <a:spLocks xmlns:a="http://schemas.openxmlformats.org/drawingml/2006/main" noGrp="1"/>
          </p:cNvSpPr>
          <p:nvPr/>
        </p:nvSpPr>
        <p:spPr>
          <a:xfrm xmlns:a="http://schemas.openxmlformats.org/drawingml/2006/main">
            <a:off x="4924425" y="4095750"/>
            <a:ext cx="13430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A74335"/>
                </a:solidFill>
                <a:latin typeface="PingFang SC"/>
                <a:ea typeface="PingFang SC"/>
                <a:cs typeface="PingFang SC"/>
              </a:defRPr>
            </a:pPr>
            <a:r>
              <a:rPr sz="1575" b="1">
                <a:solidFill>
                  <a:srgbClr val="A74335"/>
                </a:solidFill>
                <a:latin typeface="PingFang SC"/>
                <a:ea typeface="PingFang SC"/>
                <a:cs typeface="PingFang SC"/>
              </a:rPr>
              <a:t>外部记忆</a:t>
            </a:r>
          </a:p>
        </p:txBody>
      </p:sp>
      <p:sp>
        <p:nvSpPr>
          <p:cNvPr id="52" name="text-0727">
            <a:extLst xmlns:a="http://schemas.openxmlformats.org/drawingml/2006/main">
              <a:ext uri="{FF2B5EF4-FFF2-40B4-BE49-F238E27FC236}">
                <a16:creationId xmlns:a16="http://schemas.microsoft.com/office/drawing/2014/main" id="{1E36D8B7-3890-4D88-8DEB-08E1D6FFEE50}"/>
              </a:ext>
            </a:extLst>
          </p:cNvPr>
          <p:cNvSpPr>
            <a:spLocks xmlns:a="http://schemas.openxmlformats.org/drawingml/2006/main" noGrp="1"/>
          </p:cNvSpPr>
          <p:nvPr/>
        </p:nvSpPr>
        <p:spPr>
          <a:xfrm xmlns:a="http://schemas.openxmlformats.org/drawingml/2006/main">
            <a:off x="6448425" y="4067175"/>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a:solidFill>
                  <a:srgbClr val="A74335"/>
                </a:solidFill>
                <a:latin typeface="PingFang SC"/>
                <a:ea typeface="PingFang SC"/>
                <a:cs typeface="PingFang SC"/>
              </a:defRPr>
            </a:pPr>
            <a:r>
              <a:rPr sz="1875" b="1">
                <a:solidFill>
                  <a:srgbClr val="A74335"/>
                </a:solidFill>
                <a:latin typeface="PingFang SC"/>
                <a:ea typeface="PingFang SC"/>
                <a:cs typeface="PingFang SC"/>
              </a:rPr>
              <a:t>→</a:t>
            </a:r>
          </a:p>
        </p:txBody>
      </p:sp>
      <p:sp>
        <p:nvSpPr>
          <p:cNvPr id="53" name="rect-0728">
            <a:extLst xmlns:a="http://schemas.openxmlformats.org/drawingml/2006/main">
              <a:ext uri="{FF2B5EF4-FFF2-40B4-BE49-F238E27FC236}">
                <a16:creationId xmlns:a16="http://schemas.microsoft.com/office/drawing/2014/main" id="{BFF46353-7FF2-4F49-8E8D-E61DB8249CDB}"/>
              </a:ext>
            </a:extLst>
          </p:cNvPr>
          <p:cNvSpPr>
            <a:spLocks xmlns:a="http://schemas.openxmlformats.org/drawingml/2006/main" noGrp="1"/>
          </p:cNvSpPr>
          <p:nvPr/>
        </p:nvSpPr>
        <p:spPr>
          <a:xfrm xmlns:a="http://schemas.openxmlformats.org/drawingml/2006/main">
            <a:off x="6905625" y="3857625"/>
            <a:ext cx="1571625" cy="857250"/>
          </a:xfrm>
          <a:prstGeom xmlns:a="http://schemas.openxmlformats.org/drawingml/2006/main" prst="roundRect">
            <a:avLst>
              <a:gd name="adj" fmla="val 13333"/>
            </a:avLst>
          </a:prstGeom>
          <a:solidFill xmlns:a="http://schemas.openxmlformats.org/drawingml/2006/main">
            <a:srgbClr val="F2DDD6"/>
          </a:solidFill>
          <a:ln xmlns:a="http://schemas.openxmlformats.org/drawingml/2006/main" w="9525">
            <a:solidFill>
              <a:srgbClr val="A74335"/>
            </a:solidFill>
            <a:prstDash val="solid"/>
          </a:ln>
        </p:spPr>
      </p:sp>
      <p:sp>
        <p:nvSpPr>
          <p:cNvPr id="54" name="text-0729">
            <a:extLst xmlns:a="http://schemas.openxmlformats.org/drawingml/2006/main">
              <a:ext uri="{FF2B5EF4-FFF2-40B4-BE49-F238E27FC236}">
                <a16:creationId xmlns:a16="http://schemas.microsoft.com/office/drawing/2014/main" id="{D11CF62E-B57A-4F8E-9B4A-11A0ABFE355C}"/>
              </a:ext>
            </a:extLst>
          </p:cNvPr>
          <p:cNvSpPr>
            <a:spLocks xmlns:a="http://schemas.openxmlformats.org/drawingml/2006/main" noGrp="1"/>
          </p:cNvSpPr>
          <p:nvPr/>
        </p:nvSpPr>
        <p:spPr>
          <a:xfrm xmlns:a="http://schemas.openxmlformats.org/drawingml/2006/main">
            <a:off x="7019925" y="4095750"/>
            <a:ext cx="13430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A74335"/>
                </a:solidFill>
                <a:latin typeface="PingFang SC"/>
                <a:ea typeface="PingFang SC"/>
                <a:cs typeface="PingFang SC"/>
              </a:defRPr>
            </a:pPr>
            <a:r>
              <a:rPr sz="1575" b="1">
                <a:solidFill>
                  <a:srgbClr val="A74335"/>
                </a:solidFill>
                <a:latin typeface="PingFang SC"/>
                <a:ea typeface="PingFang SC"/>
                <a:cs typeface="PingFang SC"/>
              </a:rPr>
              <a:t>技能与工具</a:t>
            </a:r>
          </a:p>
        </p:txBody>
      </p:sp>
      <p:sp>
        <p:nvSpPr>
          <p:cNvPr id="55" name="text-0730">
            <a:extLst xmlns:a="http://schemas.openxmlformats.org/drawingml/2006/main">
              <a:ext uri="{FF2B5EF4-FFF2-40B4-BE49-F238E27FC236}">
                <a16:creationId xmlns:a16="http://schemas.microsoft.com/office/drawing/2014/main" id="{BAB73172-77CE-4737-AE90-39E68716E130}"/>
              </a:ext>
            </a:extLst>
          </p:cNvPr>
          <p:cNvSpPr>
            <a:spLocks xmlns:a="http://schemas.openxmlformats.org/drawingml/2006/main" noGrp="1"/>
          </p:cNvSpPr>
          <p:nvPr/>
        </p:nvSpPr>
        <p:spPr>
          <a:xfrm xmlns:a="http://schemas.openxmlformats.org/drawingml/2006/main">
            <a:off x="8543925" y="4067175"/>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a:solidFill>
                  <a:srgbClr val="A74335"/>
                </a:solidFill>
                <a:latin typeface="PingFang SC"/>
                <a:ea typeface="PingFang SC"/>
                <a:cs typeface="PingFang SC"/>
              </a:defRPr>
            </a:pPr>
            <a:r>
              <a:rPr sz="1875" b="1">
                <a:solidFill>
                  <a:srgbClr val="A74335"/>
                </a:solidFill>
                <a:latin typeface="PingFang SC"/>
                <a:ea typeface="PingFang SC"/>
                <a:cs typeface="PingFang SC"/>
              </a:rPr>
              <a:t>→</a:t>
            </a:r>
          </a:p>
        </p:txBody>
      </p:sp>
      <p:sp>
        <p:nvSpPr>
          <p:cNvPr id="56" name="rect-0731">
            <a:extLst xmlns:a="http://schemas.openxmlformats.org/drawingml/2006/main">
              <a:ext uri="{FF2B5EF4-FFF2-40B4-BE49-F238E27FC236}">
                <a16:creationId xmlns:a16="http://schemas.microsoft.com/office/drawing/2014/main" id="{240A4844-42DA-45B3-947A-CD32DFBC4614}"/>
              </a:ext>
            </a:extLst>
          </p:cNvPr>
          <p:cNvSpPr>
            <a:spLocks xmlns:a="http://schemas.openxmlformats.org/drawingml/2006/main" noGrp="1"/>
          </p:cNvSpPr>
          <p:nvPr/>
        </p:nvSpPr>
        <p:spPr>
          <a:xfrm xmlns:a="http://schemas.openxmlformats.org/drawingml/2006/main">
            <a:off x="9001125" y="3857625"/>
            <a:ext cx="1571625" cy="857250"/>
          </a:xfrm>
          <a:prstGeom xmlns:a="http://schemas.openxmlformats.org/drawingml/2006/main" prst="roundRect">
            <a:avLst>
              <a:gd name="adj" fmla="val 13333"/>
            </a:avLst>
          </a:prstGeom>
          <a:solidFill xmlns:a="http://schemas.openxmlformats.org/drawingml/2006/main">
            <a:srgbClr val="F2DDD6"/>
          </a:solidFill>
          <a:ln xmlns:a="http://schemas.openxmlformats.org/drawingml/2006/main" w="9525">
            <a:solidFill>
              <a:srgbClr val="A74335"/>
            </a:solidFill>
            <a:prstDash val="solid"/>
          </a:ln>
        </p:spPr>
      </p:sp>
      <p:sp>
        <p:nvSpPr>
          <p:cNvPr id="57" name="text-0732">
            <a:extLst xmlns:a="http://schemas.openxmlformats.org/drawingml/2006/main">
              <a:ext uri="{FF2B5EF4-FFF2-40B4-BE49-F238E27FC236}">
                <a16:creationId xmlns:a16="http://schemas.microsoft.com/office/drawing/2014/main" id="{3986CF5F-E7F1-4A17-918C-25CC31A3431D}"/>
              </a:ext>
            </a:extLst>
          </p:cNvPr>
          <p:cNvSpPr>
            <a:spLocks xmlns:a="http://schemas.openxmlformats.org/drawingml/2006/main" noGrp="1"/>
          </p:cNvSpPr>
          <p:nvPr/>
        </p:nvSpPr>
        <p:spPr>
          <a:xfrm xmlns:a="http://schemas.openxmlformats.org/drawingml/2006/main">
            <a:off x="9115425" y="4095750"/>
            <a:ext cx="13430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A74335"/>
                </a:solidFill>
                <a:latin typeface="PingFang SC"/>
                <a:ea typeface="PingFang SC"/>
                <a:cs typeface="PingFang SC"/>
              </a:defRPr>
            </a:pPr>
            <a:r>
              <a:rPr sz="1575" b="1">
                <a:solidFill>
                  <a:srgbClr val="A74335"/>
                </a:solidFill>
                <a:latin typeface="PingFang SC"/>
                <a:ea typeface="PingFang SC"/>
                <a:cs typeface="PingFang SC"/>
              </a:rPr>
              <a:t>反馈</a:t>
            </a:r>
          </a:p>
        </p:txBody>
      </p:sp>
      <p:sp>
        <p:nvSpPr>
          <p:cNvPr id="58" name="text-0733">
            <a:extLst xmlns:a="http://schemas.openxmlformats.org/drawingml/2006/main">
              <a:ext uri="{FF2B5EF4-FFF2-40B4-BE49-F238E27FC236}">
                <a16:creationId xmlns:a16="http://schemas.microsoft.com/office/drawing/2014/main" id="{1CB74834-AD5D-4769-A168-33E07B0C4263}"/>
              </a:ext>
            </a:extLst>
          </p:cNvPr>
          <p:cNvSpPr>
            <a:spLocks xmlns:a="http://schemas.openxmlformats.org/drawingml/2006/main" noGrp="1"/>
          </p:cNvSpPr>
          <p:nvPr/>
        </p:nvSpPr>
        <p:spPr>
          <a:xfrm xmlns:a="http://schemas.openxmlformats.org/drawingml/2006/main">
            <a:off x="5286375" y="3657600"/>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87287"/>
                </a:solidFill>
                <a:latin typeface="PingFang SC"/>
                <a:ea typeface="PingFang SC"/>
                <a:cs typeface="PingFang SC"/>
              </a:defRPr>
            </a:pPr>
            <a:r>
              <a:rPr sz="1350" b="1">
                <a:solidFill>
                  <a:srgbClr val="687287"/>
                </a:solidFill>
                <a:latin typeface="PingFang SC"/>
                <a:ea typeface="PingFang SC"/>
                <a:cs typeface="PingFang SC"/>
              </a:rPr>
              <a:t>机制不同</a:t>
            </a:r>
          </a:p>
        </p:txBody>
      </p:sp>
      <p:sp>
        <p:nvSpPr>
          <p:cNvPr id="59" name="rect-0734">
            <a:extLst xmlns:a="http://schemas.openxmlformats.org/drawingml/2006/main">
              <a:ext uri="{FF2B5EF4-FFF2-40B4-BE49-F238E27FC236}">
                <a16:creationId xmlns:a16="http://schemas.microsoft.com/office/drawing/2014/main" id="{21B2EA79-204F-4B72-8FC8-05B75FD14B73}"/>
              </a:ext>
            </a:extLst>
          </p:cNvPr>
          <p:cNvSpPr>
            <a:spLocks xmlns:a="http://schemas.openxmlformats.org/drawingml/2006/main" noGrp="1"/>
          </p:cNvSpPr>
          <p:nvPr/>
        </p:nvSpPr>
        <p:spPr>
          <a:xfrm xmlns:a="http://schemas.openxmlformats.org/drawingml/2006/main">
            <a:off x="685800" y="5476875"/>
            <a:ext cx="10820400" cy="742950"/>
          </a:xfrm>
          <a:prstGeom xmlns:a="http://schemas.openxmlformats.org/drawingml/2006/main" prst="rect">
            <a:avLst/>
          </a:prstGeom>
          <a:solidFill xmlns:a="http://schemas.openxmlformats.org/drawingml/2006/main">
            <a:srgbClr val="FFFDF8"/>
          </a:solidFill>
          <a:ln xmlns:a="http://schemas.openxmlformats.org/drawingml/2006/main" w="0">
            <a:solidFill>
              <a:srgbClr val="D8D2C5"/>
            </a:solidFill>
            <a:prstDash val="solid"/>
          </a:ln>
        </p:spPr>
      </p:sp>
      <p:sp>
        <p:nvSpPr>
          <p:cNvPr id="60" name="rect-0735">
            <a:extLst xmlns:a="http://schemas.openxmlformats.org/drawingml/2006/main">
              <a:ext uri="{FF2B5EF4-FFF2-40B4-BE49-F238E27FC236}">
                <a16:creationId xmlns:a16="http://schemas.microsoft.com/office/drawing/2014/main" id="{EF927DA1-73F1-4471-90EA-AC1C50191359}"/>
              </a:ext>
            </a:extLst>
          </p:cNvPr>
          <p:cNvSpPr>
            <a:spLocks xmlns:a="http://schemas.openxmlformats.org/drawingml/2006/main" noGrp="1"/>
          </p:cNvSpPr>
          <p:nvPr/>
        </p:nvSpPr>
        <p:spPr>
          <a:xfrm xmlns:a="http://schemas.openxmlformats.org/drawingml/2006/main">
            <a:off x="685800" y="5476875"/>
            <a:ext cx="57150" cy="74295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61" name="text-0736">
            <a:extLst xmlns:a="http://schemas.openxmlformats.org/drawingml/2006/main">
              <a:ext uri="{FF2B5EF4-FFF2-40B4-BE49-F238E27FC236}">
                <a16:creationId xmlns:a16="http://schemas.microsoft.com/office/drawing/2014/main" id="{67951347-95C2-4AB0-83FD-3BEBA3A6CBCC}"/>
              </a:ext>
            </a:extLst>
          </p:cNvPr>
          <p:cNvSpPr>
            <a:spLocks xmlns:a="http://schemas.openxmlformats.org/drawingml/2006/main" noGrp="1"/>
          </p:cNvSpPr>
          <p:nvPr/>
        </p:nvSpPr>
        <p:spPr>
          <a:xfrm xmlns:a="http://schemas.openxmlformats.org/drawingml/2006/main">
            <a:off x="933450" y="56197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182338"/>
                </a:solidFill>
                <a:latin typeface="PingFang SC"/>
                <a:ea typeface="PingFang SC"/>
                <a:cs typeface="PingFang SC"/>
              </a:defRPr>
            </a:pPr>
            <a:r>
              <a:rPr sz="1650" b="1">
                <a:solidFill>
                  <a:srgbClr val="182338"/>
                </a:solidFill>
                <a:latin typeface="PingFang SC"/>
                <a:ea typeface="PingFang SC"/>
                <a:cs typeface="PingFang SC"/>
              </a:rPr>
              <a:t>聊天记录不等于模型自动学会；筛选过的知识、记忆、技能和反馈才形成系统积累。</a:t>
            </a:r>
          </a:p>
        </p:txBody>
      </p:sp>
    </p:spTree>
    <p:extLst>
      <p:ext uri="{BB962C8B-B14F-4D97-AF65-F5344CB8AC3E}">
        <p14:creationId xmlns:p14="http://schemas.microsoft.com/office/powerpoint/2010/main" val="1836284014"/>
      </p:ext>
    </p:extLst>
  </p:cSld>
</p:sld>
</file>

<file path=ppt/slides/slide1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3" name="rect-0737">
            <a:extLst xmlns:a="http://schemas.openxmlformats.org/drawingml/2006/main">
              <a:ext uri="{FF2B5EF4-FFF2-40B4-BE49-F238E27FC236}">
                <a16:creationId xmlns:a16="http://schemas.microsoft.com/office/drawing/2014/main" id="{0ED805F8-D455-40FE-B857-865A62B889C6}"/>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 name="rect-0738">
            <a:extLst xmlns:a="http://schemas.openxmlformats.org/drawingml/2006/main">
              <a:ext uri="{FF2B5EF4-FFF2-40B4-BE49-F238E27FC236}">
                <a16:creationId xmlns:a16="http://schemas.microsoft.com/office/drawing/2014/main" id="{C91DDE5F-19F2-4C08-8982-EAFB1B3CA2F2}"/>
              </a:ext>
            </a:extLst>
          </p:cNvPr>
          <p:cNvSpPr>
            <a:spLocks xmlns:a="http://schemas.openxmlformats.org/drawingml/2006/main" noGrp="1"/>
          </p:cNvSpPr>
          <p:nvPr/>
        </p:nvSpPr>
        <p:spPr>
          <a:xfrm xmlns:a="http://schemas.openxmlformats.org/drawingml/2006/main">
            <a:off x="838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3" name="rect-0739">
            <a:extLst xmlns:a="http://schemas.openxmlformats.org/drawingml/2006/main">
              <a:ext uri="{FF2B5EF4-FFF2-40B4-BE49-F238E27FC236}">
                <a16:creationId xmlns:a16="http://schemas.microsoft.com/office/drawing/2014/main" id="{710A1ABE-3AFE-4570-9EEF-A958E7A46237}"/>
              </a:ext>
            </a:extLst>
          </p:cNvPr>
          <p:cNvSpPr>
            <a:spLocks xmlns:a="http://schemas.openxmlformats.org/drawingml/2006/main" noGrp="1"/>
          </p:cNvSpPr>
          <p:nvPr/>
        </p:nvSpPr>
        <p:spPr>
          <a:xfrm xmlns:a="http://schemas.openxmlformats.org/drawingml/2006/main">
            <a:off x="1676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4" name="rect-0740">
            <a:extLst xmlns:a="http://schemas.openxmlformats.org/drawingml/2006/main">
              <a:ext uri="{FF2B5EF4-FFF2-40B4-BE49-F238E27FC236}">
                <a16:creationId xmlns:a16="http://schemas.microsoft.com/office/drawing/2014/main" id="{40D7AD16-980C-4B7E-AA60-F8DEE7459FA7}"/>
              </a:ext>
            </a:extLst>
          </p:cNvPr>
          <p:cNvSpPr>
            <a:spLocks xmlns:a="http://schemas.openxmlformats.org/drawingml/2006/main" noGrp="1"/>
          </p:cNvSpPr>
          <p:nvPr/>
        </p:nvSpPr>
        <p:spPr>
          <a:xfrm xmlns:a="http://schemas.openxmlformats.org/drawingml/2006/main">
            <a:off x="2514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5" name="rect-0741">
            <a:extLst xmlns:a="http://schemas.openxmlformats.org/drawingml/2006/main">
              <a:ext uri="{FF2B5EF4-FFF2-40B4-BE49-F238E27FC236}">
                <a16:creationId xmlns:a16="http://schemas.microsoft.com/office/drawing/2014/main" id="{3B75B111-A42D-47FC-97F6-C47D335A5727}"/>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6" name="rect-0742">
            <a:extLst xmlns:a="http://schemas.openxmlformats.org/drawingml/2006/main">
              <a:ext uri="{FF2B5EF4-FFF2-40B4-BE49-F238E27FC236}">
                <a16:creationId xmlns:a16="http://schemas.microsoft.com/office/drawing/2014/main" id="{C1E3454E-D398-4784-BEF3-324451685BE7}"/>
              </a:ext>
            </a:extLst>
          </p:cNvPr>
          <p:cNvSpPr>
            <a:spLocks xmlns:a="http://schemas.openxmlformats.org/drawingml/2006/main" noGrp="1"/>
          </p:cNvSpPr>
          <p:nvPr/>
        </p:nvSpPr>
        <p:spPr>
          <a:xfrm xmlns:a="http://schemas.openxmlformats.org/drawingml/2006/main">
            <a:off x="4191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7" name="rect-0743">
            <a:extLst xmlns:a="http://schemas.openxmlformats.org/drawingml/2006/main">
              <a:ext uri="{FF2B5EF4-FFF2-40B4-BE49-F238E27FC236}">
                <a16:creationId xmlns:a16="http://schemas.microsoft.com/office/drawing/2014/main" id="{A845947A-E2AE-43C4-9691-7395311DA9C2}"/>
              </a:ext>
            </a:extLst>
          </p:cNvPr>
          <p:cNvSpPr>
            <a:spLocks xmlns:a="http://schemas.openxmlformats.org/drawingml/2006/main" noGrp="1"/>
          </p:cNvSpPr>
          <p:nvPr/>
        </p:nvSpPr>
        <p:spPr>
          <a:xfrm xmlns:a="http://schemas.openxmlformats.org/drawingml/2006/main">
            <a:off x="5029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8" name="rect-0744">
            <a:extLst xmlns:a="http://schemas.openxmlformats.org/drawingml/2006/main">
              <a:ext uri="{FF2B5EF4-FFF2-40B4-BE49-F238E27FC236}">
                <a16:creationId xmlns:a16="http://schemas.microsoft.com/office/drawing/2014/main" id="{DFDC9CED-2222-4F67-82CF-C906C7416DE4}"/>
              </a:ext>
            </a:extLst>
          </p:cNvPr>
          <p:cNvSpPr>
            <a:spLocks xmlns:a="http://schemas.openxmlformats.org/drawingml/2006/main" noGrp="1"/>
          </p:cNvSpPr>
          <p:nvPr/>
        </p:nvSpPr>
        <p:spPr>
          <a:xfrm xmlns:a="http://schemas.openxmlformats.org/drawingml/2006/main">
            <a:off x="5867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9" name="rect-0745">
            <a:extLst xmlns:a="http://schemas.openxmlformats.org/drawingml/2006/main">
              <a:ext uri="{FF2B5EF4-FFF2-40B4-BE49-F238E27FC236}">
                <a16:creationId xmlns:a16="http://schemas.microsoft.com/office/drawing/2014/main" id="{2F1905FD-A79E-4A15-879E-8F50B453E00D}"/>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0" name="rect-0746">
            <a:extLst xmlns:a="http://schemas.openxmlformats.org/drawingml/2006/main">
              <a:ext uri="{FF2B5EF4-FFF2-40B4-BE49-F238E27FC236}">
                <a16:creationId xmlns:a16="http://schemas.microsoft.com/office/drawing/2014/main" id="{64F3EF23-6EC3-4DCE-9D64-20DFA81D960A}"/>
              </a:ext>
            </a:extLst>
          </p:cNvPr>
          <p:cNvSpPr>
            <a:spLocks xmlns:a="http://schemas.openxmlformats.org/drawingml/2006/main" noGrp="1"/>
          </p:cNvSpPr>
          <p:nvPr/>
        </p:nvSpPr>
        <p:spPr>
          <a:xfrm xmlns:a="http://schemas.openxmlformats.org/drawingml/2006/main">
            <a:off x="7543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1" name="rect-0747">
            <a:extLst xmlns:a="http://schemas.openxmlformats.org/drawingml/2006/main">
              <a:ext uri="{FF2B5EF4-FFF2-40B4-BE49-F238E27FC236}">
                <a16:creationId xmlns:a16="http://schemas.microsoft.com/office/drawing/2014/main" id="{DC790524-5BC5-4646-AC02-328808091A98}"/>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2" name="rect-0748">
            <a:extLst xmlns:a="http://schemas.openxmlformats.org/drawingml/2006/main">
              <a:ext uri="{FF2B5EF4-FFF2-40B4-BE49-F238E27FC236}">
                <a16:creationId xmlns:a16="http://schemas.microsoft.com/office/drawing/2014/main" id="{1904B8A8-59EB-41AA-BAB4-74783D685C5F}"/>
              </a:ext>
            </a:extLst>
          </p:cNvPr>
          <p:cNvSpPr>
            <a:spLocks xmlns:a="http://schemas.openxmlformats.org/drawingml/2006/main" noGrp="1"/>
          </p:cNvSpPr>
          <p:nvPr/>
        </p:nvSpPr>
        <p:spPr>
          <a:xfrm xmlns:a="http://schemas.openxmlformats.org/drawingml/2006/main">
            <a:off x="9220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3" name="rect-0749">
            <a:extLst xmlns:a="http://schemas.openxmlformats.org/drawingml/2006/main">
              <a:ext uri="{FF2B5EF4-FFF2-40B4-BE49-F238E27FC236}">
                <a16:creationId xmlns:a16="http://schemas.microsoft.com/office/drawing/2014/main" id="{5EF01C86-D374-4C8B-BC46-9C06D8B96FFE}"/>
              </a:ext>
            </a:extLst>
          </p:cNvPr>
          <p:cNvSpPr>
            <a:spLocks xmlns:a="http://schemas.openxmlformats.org/drawingml/2006/main" noGrp="1"/>
          </p:cNvSpPr>
          <p:nvPr/>
        </p:nvSpPr>
        <p:spPr>
          <a:xfrm xmlns:a="http://schemas.openxmlformats.org/drawingml/2006/main">
            <a:off x="10058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4" name="rect-0750">
            <a:extLst xmlns:a="http://schemas.openxmlformats.org/drawingml/2006/main">
              <a:ext uri="{FF2B5EF4-FFF2-40B4-BE49-F238E27FC236}">
                <a16:creationId xmlns:a16="http://schemas.microsoft.com/office/drawing/2014/main" id="{862995B3-341F-4C11-972F-990345C25AA6}"/>
              </a:ext>
            </a:extLst>
          </p:cNvPr>
          <p:cNvSpPr>
            <a:spLocks xmlns:a="http://schemas.openxmlformats.org/drawingml/2006/main" noGrp="1"/>
          </p:cNvSpPr>
          <p:nvPr/>
        </p:nvSpPr>
        <p:spPr>
          <a:xfrm xmlns:a="http://schemas.openxmlformats.org/drawingml/2006/main">
            <a:off x="10896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5" name="rect-0751">
            <a:extLst xmlns:a="http://schemas.openxmlformats.org/drawingml/2006/main">
              <a:ext uri="{FF2B5EF4-FFF2-40B4-BE49-F238E27FC236}">
                <a16:creationId xmlns:a16="http://schemas.microsoft.com/office/drawing/2014/main" id="{7E03FBF5-14E2-42B9-803F-FEDD4CC73585}"/>
              </a:ext>
            </a:extLst>
          </p:cNvPr>
          <p:cNvSpPr>
            <a:spLocks xmlns:a="http://schemas.openxmlformats.org/drawingml/2006/main" noGrp="1"/>
          </p:cNvSpPr>
          <p:nvPr/>
        </p:nvSpPr>
        <p:spPr>
          <a:xfrm xmlns:a="http://schemas.openxmlformats.org/drawingml/2006/main">
            <a:off x="11734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6" name="rect-0752">
            <a:extLst xmlns:a="http://schemas.openxmlformats.org/drawingml/2006/main">
              <a:ext uri="{FF2B5EF4-FFF2-40B4-BE49-F238E27FC236}">
                <a16:creationId xmlns:a16="http://schemas.microsoft.com/office/drawing/2014/main" id="{EB93DF15-1398-43CC-AA98-41DD440EA784}"/>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7" name="rect-0753">
            <a:extLst xmlns:a="http://schemas.openxmlformats.org/drawingml/2006/main">
              <a:ext uri="{FF2B5EF4-FFF2-40B4-BE49-F238E27FC236}">
                <a16:creationId xmlns:a16="http://schemas.microsoft.com/office/drawing/2014/main" id="{ABEE7D25-BA58-4068-A098-4F674A7AD3EF}"/>
              </a:ext>
            </a:extLst>
          </p:cNvPr>
          <p:cNvSpPr>
            <a:spLocks xmlns:a="http://schemas.openxmlformats.org/drawingml/2006/main" noGrp="1"/>
          </p:cNvSpPr>
          <p:nvPr/>
        </p:nvSpPr>
        <p:spPr>
          <a:xfrm xmlns:a="http://schemas.openxmlformats.org/drawingml/2006/main">
            <a:off x="0" y="838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8" name="rect-0754">
            <a:extLst xmlns:a="http://schemas.openxmlformats.org/drawingml/2006/main">
              <a:ext uri="{FF2B5EF4-FFF2-40B4-BE49-F238E27FC236}">
                <a16:creationId xmlns:a16="http://schemas.microsoft.com/office/drawing/2014/main" id="{D3F5654D-E1DF-4125-A0AF-8FB15B209AA7}"/>
              </a:ext>
            </a:extLst>
          </p:cNvPr>
          <p:cNvSpPr>
            <a:spLocks xmlns:a="http://schemas.openxmlformats.org/drawingml/2006/main" noGrp="1"/>
          </p:cNvSpPr>
          <p:nvPr/>
        </p:nvSpPr>
        <p:spPr>
          <a:xfrm xmlns:a="http://schemas.openxmlformats.org/drawingml/2006/main">
            <a:off x="0" y="1676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9" name="rect-0755">
            <a:extLst xmlns:a="http://schemas.openxmlformats.org/drawingml/2006/main">
              <a:ext uri="{FF2B5EF4-FFF2-40B4-BE49-F238E27FC236}">
                <a16:creationId xmlns:a16="http://schemas.microsoft.com/office/drawing/2014/main" id="{2B7DC287-8E4B-4A08-8DFA-B630B0D31A06}"/>
              </a:ext>
            </a:extLst>
          </p:cNvPr>
          <p:cNvSpPr>
            <a:spLocks xmlns:a="http://schemas.openxmlformats.org/drawingml/2006/main" noGrp="1"/>
          </p:cNvSpPr>
          <p:nvPr/>
        </p:nvSpPr>
        <p:spPr>
          <a:xfrm xmlns:a="http://schemas.openxmlformats.org/drawingml/2006/main">
            <a:off x="0" y="2514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0" name="rect-0756">
            <a:extLst xmlns:a="http://schemas.openxmlformats.org/drawingml/2006/main">
              <a:ext uri="{FF2B5EF4-FFF2-40B4-BE49-F238E27FC236}">
                <a16:creationId xmlns:a16="http://schemas.microsoft.com/office/drawing/2014/main" id="{7918EC29-8B4B-4AC2-89BE-EC3C727CB829}"/>
              </a:ext>
            </a:extLst>
          </p:cNvPr>
          <p:cNvSpPr>
            <a:spLocks xmlns:a="http://schemas.openxmlformats.org/drawingml/2006/main" noGrp="1"/>
          </p:cNvSpPr>
          <p:nvPr/>
        </p:nvSpPr>
        <p:spPr>
          <a:xfrm xmlns:a="http://schemas.openxmlformats.org/drawingml/2006/main">
            <a:off x="0" y="33528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1" name="rect-0757">
            <a:extLst xmlns:a="http://schemas.openxmlformats.org/drawingml/2006/main">
              <a:ext uri="{FF2B5EF4-FFF2-40B4-BE49-F238E27FC236}">
                <a16:creationId xmlns:a16="http://schemas.microsoft.com/office/drawing/2014/main" id="{58B76D07-3FC2-4707-88CE-11E50E7E58CB}"/>
              </a:ext>
            </a:extLst>
          </p:cNvPr>
          <p:cNvSpPr>
            <a:spLocks xmlns:a="http://schemas.openxmlformats.org/drawingml/2006/main" noGrp="1"/>
          </p:cNvSpPr>
          <p:nvPr/>
        </p:nvSpPr>
        <p:spPr>
          <a:xfrm xmlns:a="http://schemas.openxmlformats.org/drawingml/2006/main">
            <a:off x="0" y="41910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2" name="rect-0758">
            <a:extLst xmlns:a="http://schemas.openxmlformats.org/drawingml/2006/main">
              <a:ext uri="{FF2B5EF4-FFF2-40B4-BE49-F238E27FC236}">
                <a16:creationId xmlns:a16="http://schemas.microsoft.com/office/drawing/2014/main" id="{CB7ACACC-88F6-46A1-BE61-9BCFD5F7CEAC}"/>
              </a:ext>
            </a:extLst>
          </p:cNvPr>
          <p:cNvSpPr>
            <a:spLocks xmlns:a="http://schemas.openxmlformats.org/drawingml/2006/main" noGrp="1"/>
          </p:cNvSpPr>
          <p:nvPr/>
        </p:nvSpPr>
        <p:spPr>
          <a:xfrm xmlns:a="http://schemas.openxmlformats.org/drawingml/2006/main">
            <a:off x="0" y="5029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3" name="rect-0759">
            <a:extLst xmlns:a="http://schemas.openxmlformats.org/drawingml/2006/main">
              <a:ext uri="{FF2B5EF4-FFF2-40B4-BE49-F238E27FC236}">
                <a16:creationId xmlns:a16="http://schemas.microsoft.com/office/drawing/2014/main" id="{F6628FE4-7863-4556-B774-245CFC08BCBC}"/>
              </a:ext>
            </a:extLst>
          </p:cNvPr>
          <p:cNvSpPr>
            <a:spLocks xmlns:a="http://schemas.openxmlformats.org/drawingml/2006/main" noGrp="1"/>
          </p:cNvSpPr>
          <p:nvPr/>
        </p:nvSpPr>
        <p:spPr>
          <a:xfrm xmlns:a="http://schemas.openxmlformats.org/drawingml/2006/main">
            <a:off x="0" y="5867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4" name="rect-0760">
            <a:extLst xmlns:a="http://schemas.openxmlformats.org/drawingml/2006/main">
              <a:ext uri="{FF2B5EF4-FFF2-40B4-BE49-F238E27FC236}">
                <a16:creationId xmlns:a16="http://schemas.microsoft.com/office/drawing/2014/main" id="{3DE2C498-1D2A-4C8A-8704-FD0BB0314611}"/>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5" name="rect-0761">
            <a:extLst xmlns:a="http://schemas.openxmlformats.org/drawingml/2006/main">
              <a:ext uri="{FF2B5EF4-FFF2-40B4-BE49-F238E27FC236}">
                <a16:creationId xmlns:a16="http://schemas.microsoft.com/office/drawing/2014/main" id="{B8FF513B-ADA0-4FCA-AE76-554A0283A722}"/>
              </a:ext>
            </a:extLst>
          </p:cNvPr>
          <p:cNvSpPr>
            <a:spLocks xmlns:a="http://schemas.openxmlformats.org/drawingml/2006/main" noGrp="1"/>
          </p:cNvSpPr>
          <p:nvPr/>
        </p:nvSpPr>
        <p:spPr>
          <a:xfrm xmlns:a="http://schemas.openxmlformats.org/drawingml/2006/main">
            <a:off x="0" y="0"/>
            <a:ext cx="3171825" cy="7620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26" name="rect-0762">
            <a:extLst xmlns:a="http://schemas.openxmlformats.org/drawingml/2006/main">
              <a:ext uri="{FF2B5EF4-FFF2-40B4-BE49-F238E27FC236}">
                <a16:creationId xmlns:a16="http://schemas.microsoft.com/office/drawing/2014/main" id="{0F9F6303-3FB5-4FD4-B60A-4F4B59C1A5CA}"/>
              </a:ext>
            </a:extLst>
          </p:cNvPr>
          <p:cNvSpPr>
            <a:spLocks xmlns:a="http://schemas.openxmlformats.org/drawingml/2006/main" noGrp="1"/>
          </p:cNvSpPr>
          <p:nvPr/>
        </p:nvSpPr>
        <p:spPr>
          <a:xfrm xmlns:a="http://schemas.openxmlformats.org/drawingml/2006/main">
            <a:off x="3171825" y="0"/>
            <a:ext cx="1952625" cy="76200"/>
          </a:xfrm>
          <a:prstGeom xmlns:a="http://schemas.openxmlformats.org/drawingml/2006/main" prst="rect">
            <a:avLst/>
          </a:prstGeom>
          <a:solidFill xmlns:a="http://schemas.openxmlformats.org/drawingml/2006/main">
            <a:srgbClr val="B8842F"/>
          </a:solidFill>
          <a:ln xmlns:a="http://schemas.openxmlformats.org/drawingml/2006/main" w="0">
            <a:noFill/>
            <a:prstDash val="solid"/>
          </a:ln>
        </p:spPr>
      </p:sp>
      <p:sp>
        <p:nvSpPr>
          <p:cNvPr id="27" name="rect-0763">
            <a:extLst xmlns:a="http://schemas.openxmlformats.org/drawingml/2006/main">
              <a:ext uri="{FF2B5EF4-FFF2-40B4-BE49-F238E27FC236}">
                <a16:creationId xmlns:a16="http://schemas.microsoft.com/office/drawing/2014/main" id="{F421F0F6-9701-4CB3-91C2-0751673C534C}"/>
              </a:ext>
            </a:extLst>
          </p:cNvPr>
          <p:cNvSpPr>
            <a:spLocks xmlns:a="http://schemas.openxmlformats.org/drawingml/2006/main" noGrp="1"/>
          </p:cNvSpPr>
          <p:nvPr/>
        </p:nvSpPr>
        <p:spPr>
          <a:xfrm xmlns:a="http://schemas.openxmlformats.org/drawingml/2006/main">
            <a:off x="5124450" y="0"/>
            <a:ext cx="7067550" cy="76200"/>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pic>
        <p:nvPicPr>
          <p:cNvPr id="90" name=""/>
          <p:cNvPicPr>
            <a:picLocks xmlns:a="http://schemas.openxmlformats.org/drawingml/2006/main" noChangeAspect="1"/>
          </p:cNvPicPr>
          <p:nvPr/>
        </p:nvPicPr>
        <p:blipFill>
          <a:blip xmlns:r="http://schemas.openxmlformats.org/officeDocument/2006/relationships" xmlns:a="http://schemas.openxmlformats.org/drawingml/2006/main" r:embed="Reb1cc694f1f64072">
            <a:extLst>
              <a:ext uri="{96DAC541-7B7A-43D3-8B79-37D633B846F1}">
                <asvg:svgBlip xmlns:asvg="http://schemas.microsoft.com/office/drawing/2016/SVG/main" r:embed="R7bd2d8fefa614ee5"/>
              </a:ext>
            </a:extLst>
          </a:blip>
          <a:stretch xmlns:a="http://schemas.openxmlformats.org/drawingml/2006/main"/>
        </p:blipFill>
        <p:spPr>
          <a:xfrm xmlns:a="http://schemas.openxmlformats.org/drawingml/2006/main">
            <a:off x="9871043" y="289560"/>
            <a:ext cx="1863757" cy="539115"/>
          </a:xfrm>
          <a:prstGeom xmlns:a="http://schemas.openxmlformats.org/drawingml/2006/main" prst="rect">
            <a:avLst/>
          </a:prstGeom>
        </p:spPr>
      </p:pic>
      <p:sp>
        <p:nvSpPr>
          <p:cNvPr id="29" name="text-0764">
            <a:extLst xmlns:a="http://schemas.openxmlformats.org/drawingml/2006/main">
              <a:ext uri="{FF2B5EF4-FFF2-40B4-BE49-F238E27FC236}">
                <a16:creationId xmlns:a16="http://schemas.microsoft.com/office/drawing/2014/main" id="{FECE3082-2C31-4F3E-AE93-9976A877AC1E}"/>
              </a:ext>
            </a:extLst>
          </p:cNvPr>
          <p:cNvSpPr>
            <a:spLocks xmlns:a="http://schemas.openxmlformats.org/drawingml/2006/main" noGrp="1"/>
          </p:cNvSpPr>
          <p:nvPr/>
        </p:nvSpPr>
        <p:spPr>
          <a:xfrm xmlns:a="http://schemas.openxmlformats.org/drawingml/2006/main">
            <a:off x="685800" y="6572250"/>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87287"/>
                </a:solidFill>
                <a:latin typeface="PingFang SC"/>
                <a:ea typeface="PingFang SC"/>
                <a:cs typeface="PingFang SC"/>
              </a:defRPr>
            </a:pPr>
            <a:r>
              <a:rPr sz="825" b="0">
                <a:solidFill>
                  <a:srgbClr val="687287"/>
                </a:solidFill>
                <a:latin typeface="PingFang SC"/>
                <a:ea typeface="PingFang SC"/>
                <a:cs typeface="PingFang SC"/>
              </a:rPr>
              <a:t>开放东方 · AI使用培训</a:t>
            </a:r>
          </a:p>
        </p:txBody>
      </p:sp>
      <p:sp>
        <p:nvSpPr>
          <p:cNvPr id="30" name="text-0765">
            <a:extLst xmlns:a="http://schemas.openxmlformats.org/drawingml/2006/main">
              <a:ext uri="{FF2B5EF4-FFF2-40B4-BE49-F238E27FC236}">
                <a16:creationId xmlns:a16="http://schemas.microsoft.com/office/drawing/2014/main" id="{896A4A75-EA68-40B8-9067-D1BBDAC1932A}"/>
              </a:ext>
            </a:extLst>
          </p:cNvPr>
          <p:cNvSpPr>
            <a:spLocks xmlns:a="http://schemas.openxmlformats.org/drawingml/2006/main" noGrp="1"/>
          </p:cNvSpPr>
          <p:nvPr/>
        </p:nvSpPr>
        <p:spPr>
          <a:xfrm xmlns:a="http://schemas.openxmlformats.org/drawingml/2006/main">
            <a:off x="11239500" y="65151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A74335"/>
                </a:solidFill>
                <a:latin typeface="PingFang SC"/>
                <a:ea typeface="PingFang SC"/>
                <a:cs typeface="PingFang SC"/>
              </a:defRPr>
            </a:pPr>
            <a:r>
              <a:rPr sz="975" b="1">
                <a:solidFill>
                  <a:srgbClr val="A74335"/>
                </a:solidFill>
                <a:latin typeface="PingFang SC"/>
                <a:ea typeface="PingFang SC"/>
                <a:cs typeface="PingFang SC"/>
              </a:rPr>
              <a:t>14</a:t>
            </a:r>
          </a:p>
        </p:txBody>
      </p:sp>
      <p:sp>
        <p:nvSpPr>
          <p:cNvPr id="31" name="rect-0766">
            <a:extLst xmlns:a="http://schemas.openxmlformats.org/drawingml/2006/main">
              <a:ext uri="{FF2B5EF4-FFF2-40B4-BE49-F238E27FC236}">
                <a16:creationId xmlns:a16="http://schemas.microsoft.com/office/drawing/2014/main" id="{207851BC-D615-4B78-95B6-3473FC465023}"/>
              </a:ext>
            </a:extLst>
          </p:cNvPr>
          <p:cNvSpPr>
            <a:spLocks xmlns:a="http://schemas.openxmlformats.org/drawingml/2006/main" noGrp="1"/>
          </p:cNvSpPr>
          <p:nvPr/>
        </p:nvSpPr>
        <p:spPr>
          <a:xfrm xmlns:a="http://schemas.openxmlformats.org/drawingml/2006/main">
            <a:off x="685800" y="619125"/>
            <a:ext cx="323850" cy="28575"/>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32" name="text-0767">
            <a:extLst xmlns:a="http://schemas.openxmlformats.org/drawingml/2006/main">
              <a:ext uri="{FF2B5EF4-FFF2-40B4-BE49-F238E27FC236}">
                <a16:creationId xmlns:a16="http://schemas.microsoft.com/office/drawing/2014/main" id="{CF553264-7CA0-4695-8E32-11FFEEA20946}"/>
              </a:ext>
            </a:extLst>
          </p:cNvPr>
          <p:cNvSpPr>
            <a:spLocks xmlns:a="http://schemas.openxmlformats.org/drawingml/2006/main" noGrp="1"/>
          </p:cNvSpPr>
          <p:nvPr/>
        </p:nvSpPr>
        <p:spPr>
          <a:xfrm xmlns:a="http://schemas.openxmlformats.org/drawingml/2006/main">
            <a:off x="1123950" y="504825"/>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335"/>
                </a:solidFill>
                <a:latin typeface="PingFang SC"/>
                <a:ea typeface="PingFang SC"/>
                <a:cs typeface="PingFang SC"/>
              </a:defRPr>
            </a:pPr>
            <a:r>
              <a:rPr sz="1125" b="1">
                <a:solidFill>
                  <a:srgbClr val="A74335"/>
                </a:solidFill>
                <a:latin typeface="PingFang SC"/>
                <a:ea typeface="PingFang SC"/>
                <a:cs typeface="PingFang SC"/>
              </a:rPr>
              <a:t>13 · 学习金字塔</a:t>
            </a:r>
          </a:p>
        </p:txBody>
      </p:sp>
      <p:sp>
        <p:nvSpPr>
          <p:cNvPr id="33" name="text-0768">
            <a:extLst xmlns:a="http://schemas.openxmlformats.org/drawingml/2006/main">
              <a:ext uri="{FF2B5EF4-FFF2-40B4-BE49-F238E27FC236}">
                <a16:creationId xmlns:a16="http://schemas.microsoft.com/office/drawing/2014/main" id="{4BE90005-5171-4111-A538-DD60A4F390EE}"/>
              </a:ext>
            </a:extLst>
          </p:cNvPr>
          <p:cNvSpPr>
            <a:spLocks xmlns:a="http://schemas.openxmlformats.org/drawingml/2006/main" noGrp="1"/>
          </p:cNvSpPr>
          <p:nvPr/>
        </p:nvSpPr>
        <p:spPr>
          <a:xfrm xmlns:a="http://schemas.openxmlformats.org/drawingml/2006/main">
            <a:off x="685800" y="981075"/>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375" b="1">
                <a:solidFill>
                  <a:srgbClr val="182338"/>
                </a:solidFill>
                <a:latin typeface="Songti SC"/>
                <a:ea typeface="Songti SC"/>
                <a:cs typeface="Songti SC"/>
              </a:defRPr>
            </a:pPr>
            <a:r>
              <a:rPr sz="3375" b="1">
                <a:solidFill>
                  <a:srgbClr val="182338"/>
                </a:solidFill>
                <a:latin typeface="Songti SC"/>
                <a:ea typeface="Songti SC"/>
                <a:cs typeface="Songti SC"/>
              </a:rPr>
              <a:t>学AI，要以练带学：多实践，多分享</a:t>
            </a:r>
          </a:p>
        </p:txBody>
      </p:sp>
      <p:sp>
        <p:nvSpPr>
          <p:cNvPr id="34" name="text-0769">
            <a:extLst xmlns:a="http://schemas.openxmlformats.org/drawingml/2006/main">
              <a:ext uri="{FF2B5EF4-FFF2-40B4-BE49-F238E27FC236}">
                <a16:creationId xmlns:a16="http://schemas.microsoft.com/office/drawing/2014/main" id="{4E294A60-2DA6-4C1A-BC4F-632275D12800}"/>
              </a:ext>
            </a:extLst>
          </p:cNvPr>
          <p:cNvSpPr>
            <a:spLocks xmlns:a="http://schemas.openxmlformats.org/drawingml/2006/main" noGrp="1"/>
          </p:cNvSpPr>
          <p:nvPr/>
        </p:nvSpPr>
        <p:spPr>
          <a:xfrm xmlns:a="http://schemas.openxmlformats.org/drawingml/2006/main">
            <a:off x="723900" y="171450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687287"/>
                </a:solidFill>
                <a:latin typeface="PingFang SC"/>
                <a:ea typeface="PingFang SC"/>
                <a:cs typeface="PingFang SC"/>
              </a:defRPr>
            </a:pPr>
            <a:r>
              <a:rPr sz="1650" b="0">
                <a:solidFill>
                  <a:srgbClr val="687287"/>
                </a:solidFill>
                <a:latin typeface="PingFang SC"/>
                <a:ea typeface="PingFang SC"/>
                <a:cs typeface="PingFang SC"/>
              </a:rPr>
              <a:t>听懂只是入口；真正的能力来自真实任务、复盘和讲给别人。</a:t>
            </a:r>
          </a:p>
        </p:txBody>
      </p:sp>
      <p:sp>
        <p:nvSpPr>
          <p:cNvPr id="35" name="rect-0770">
            <a:extLst xmlns:a="http://schemas.openxmlformats.org/drawingml/2006/main">
              <a:ext uri="{FF2B5EF4-FFF2-40B4-BE49-F238E27FC236}">
                <a16:creationId xmlns:a16="http://schemas.microsoft.com/office/drawing/2014/main" id="{847F0C3B-0978-432F-BBC7-3972A16994A9}"/>
              </a:ext>
            </a:extLst>
          </p:cNvPr>
          <p:cNvSpPr>
            <a:spLocks xmlns:a="http://schemas.openxmlformats.org/drawingml/2006/main" noGrp="1"/>
          </p:cNvSpPr>
          <p:nvPr/>
        </p:nvSpPr>
        <p:spPr>
          <a:xfrm xmlns:a="http://schemas.openxmlformats.org/drawingml/2006/main">
            <a:off x="2066925" y="2333625"/>
            <a:ext cx="2381250" cy="571500"/>
          </a:xfrm>
          <a:prstGeom xmlns:a="http://schemas.openxmlformats.org/drawingml/2006/main" prst="rect">
            <a:avLst/>
          </a:prstGeom>
          <a:solidFill xmlns:a="http://schemas.openxmlformats.org/drawingml/2006/main">
            <a:srgbClr val="2F5F83"/>
          </a:solidFill>
          <a:ln xmlns:a="http://schemas.openxmlformats.org/drawingml/2006/main" w="19050">
            <a:solidFill>
              <a:srgbClr val="F5F1E8"/>
            </a:solidFill>
            <a:prstDash val="solid"/>
          </a:ln>
        </p:spPr>
      </p:sp>
      <p:sp>
        <p:nvSpPr>
          <p:cNvPr id="36" name="text-0771">
            <a:extLst xmlns:a="http://schemas.openxmlformats.org/drawingml/2006/main">
              <a:ext uri="{FF2B5EF4-FFF2-40B4-BE49-F238E27FC236}">
                <a16:creationId xmlns:a16="http://schemas.microsoft.com/office/drawing/2014/main" id="{F1C6B346-86B6-4006-80DA-C799A78C124A}"/>
              </a:ext>
            </a:extLst>
          </p:cNvPr>
          <p:cNvSpPr>
            <a:spLocks xmlns:a="http://schemas.openxmlformats.org/drawingml/2006/main" noGrp="1"/>
          </p:cNvSpPr>
          <p:nvPr/>
        </p:nvSpPr>
        <p:spPr>
          <a:xfrm xmlns:a="http://schemas.openxmlformats.org/drawingml/2006/main">
            <a:off x="2238375" y="2495550"/>
            <a:ext cx="590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DF8"/>
                </a:solidFill>
                <a:latin typeface="PingFang SC"/>
                <a:ea typeface="PingFang SC"/>
                <a:cs typeface="PingFang SC"/>
              </a:defRPr>
            </a:pPr>
            <a:r>
              <a:rPr sz="1050" b="1">
                <a:solidFill>
                  <a:srgbClr val="FFFDF8"/>
                </a:solidFill>
                <a:latin typeface="PingFang SC"/>
                <a:ea typeface="PingFang SC"/>
                <a:cs typeface="PingFang SC"/>
              </a:rPr>
              <a:t>输入</a:t>
            </a:r>
          </a:p>
        </p:txBody>
      </p:sp>
      <p:sp>
        <p:nvSpPr>
          <p:cNvPr id="37" name="text-0772">
            <a:extLst xmlns:a="http://schemas.openxmlformats.org/drawingml/2006/main">
              <a:ext uri="{FF2B5EF4-FFF2-40B4-BE49-F238E27FC236}">
                <a16:creationId xmlns:a16="http://schemas.microsoft.com/office/drawing/2014/main" id="{71187603-A5FF-4D0B-A641-3505EA220BB4}"/>
              </a:ext>
            </a:extLst>
          </p:cNvPr>
          <p:cNvSpPr>
            <a:spLocks xmlns:a="http://schemas.openxmlformats.org/drawingml/2006/main" noGrp="1"/>
          </p:cNvSpPr>
          <p:nvPr/>
        </p:nvSpPr>
        <p:spPr>
          <a:xfrm xmlns:a="http://schemas.openxmlformats.org/drawingml/2006/main">
            <a:off x="2847975" y="2466975"/>
            <a:ext cx="1390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597"/>
          </a:bodyPr>
          <a:lstStyle xmlns:a="http://schemas.openxmlformats.org/drawingml/2006/main"/>
          <a:p xmlns:a="http://schemas.openxmlformats.org/drawingml/2006/main">
            <a:pPr algn="ctr">
              <a:defRPr sz="1350" b="1">
                <a:solidFill>
                  <a:srgbClr val="FFFDF8"/>
                </a:solidFill>
                <a:latin typeface="PingFang SC"/>
                <a:ea typeface="PingFang SC"/>
                <a:cs typeface="PingFang SC"/>
              </a:defRPr>
            </a:pPr>
            <a:r>
              <a:rPr sz="1350" b="1">
                <a:solidFill>
                  <a:srgbClr val="FFFDF8"/>
                </a:solidFill>
                <a:latin typeface="PingFang SC"/>
                <a:ea typeface="PingFang SC"/>
                <a:cs typeface="PingFang SC"/>
              </a:rPr>
              <a:t>听讲 · 阅读 · 看示范</a:t>
            </a:r>
          </a:p>
        </p:txBody>
      </p:sp>
      <p:sp>
        <p:nvSpPr>
          <p:cNvPr id="38" name="rect-0773">
            <a:extLst xmlns:a="http://schemas.openxmlformats.org/drawingml/2006/main">
              <a:ext uri="{FF2B5EF4-FFF2-40B4-BE49-F238E27FC236}">
                <a16:creationId xmlns:a16="http://schemas.microsoft.com/office/drawing/2014/main" id="{7324337C-5D95-4CF0-95DF-8E64B87519DE}"/>
              </a:ext>
            </a:extLst>
          </p:cNvPr>
          <p:cNvSpPr>
            <a:spLocks xmlns:a="http://schemas.openxmlformats.org/drawingml/2006/main" noGrp="1"/>
          </p:cNvSpPr>
          <p:nvPr/>
        </p:nvSpPr>
        <p:spPr>
          <a:xfrm xmlns:a="http://schemas.openxmlformats.org/drawingml/2006/main">
            <a:off x="1638300" y="2981325"/>
            <a:ext cx="3238500" cy="571500"/>
          </a:xfrm>
          <a:prstGeom xmlns:a="http://schemas.openxmlformats.org/drawingml/2006/main" prst="rect">
            <a:avLst/>
          </a:prstGeom>
          <a:solidFill xmlns:a="http://schemas.openxmlformats.org/drawingml/2006/main">
            <a:srgbClr val="B8842F"/>
          </a:solidFill>
          <a:ln xmlns:a="http://schemas.openxmlformats.org/drawingml/2006/main" w="19050">
            <a:solidFill>
              <a:srgbClr val="F5F1E8"/>
            </a:solidFill>
            <a:prstDash val="solid"/>
          </a:ln>
        </p:spPr>
      </p:sp>
      <p:sp>
        <p:nvSpPr>
          <p:cNvPr id="39" name="text-0774">
            <a:extLst xmlns:a="http://schemas.openxmlformats.org/drawingml/2006/main">
              <a:ext uri="{FF2B5EF4-FFF2-40B4-BE49-F238E27FC236}">
                <a16:creationId xmlns:a16="http://schemas.microsoft.com/office/drawing/2014/main" id="{6297A4CA-9C4B-40D3-88C5-2E497C79290F}"/>
              </a:ext>
            </a:extLst>
          </p:cNvPr>
          <p:cNvSpPr>
            <a:spLocks xmlns:a="http://schemas.openxmlformats.org/drawingml/2006/main" noGrp="1"/>
          </p:cNvSpPr>
          <p:nvPr/>
        </p:nvSpPr>
        <p:spPr>
          <a:xfrm xmlns:a="http://schemas.openxmlformats.org/drawingml/2006/main">
            <a:off x="1809750" y="3143250"/>
            <a:ext cx="590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DF8"/>
                </a:solidFill>
                <a:latin typeface="PingFang SC"/>
                <a:ea typeface="PingFang SC"/>
                <a:cs typeface="PingFang SC"/>
              </a:defRPr>
            </a:pPr>
            <a:r>
              <a:rPr sz="1050" b="1">
                <a:solidFill>
                  <a:srgbClr val="FFFDF8"/>
                </a:solidFill>
                <a:latin typeface="PingFang SC"/>
                <a:ea typeface="PingFang SC"/>
                <a:cs typeface="PingFang SC"/>
              </a:rPr>
              <a:t>加工</a:t>
            </a:r>
          </a:p>
        </p:txBody>
      </p:sp>
      <p:sp>
        <p:nvSpPr>
          <p:cNvPr id="40" name="text-0775">
            <a:extLst xmlns:a="http://schemas.openxmlformats.org/drawingml/2006/main">
              <a:ext uri="{FF2B5EF4-FFF2-40B4-BE49-F238E27FC236}">
                <a16:creationId xmlns:a16="http://schemas.microsoft.com/office/drawing/2014/main" id="{E6F54097-51DC-45F9-93C0-262E03D00C9D}"/>
              </a:ext>
            </a:extLst>
          </p:cNvPr>
          <p:cNvSpPr>
            <a:spLocks xmlns:a="http://schemas.openxmlformats.org/drawingml/2006/main" noGrp="1"/>
          </p:cNvSpPr>
          <p:nvPr/>
        </p:nvSpPr>
        <p:spPr>
          <a:xfrm xmlns:a="http://schemas.openxmlformats.org/drawingml/2006/main">
            <a:off x="2419350" y="3114675"/>
            <a:ext cx="2247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DF8"/>
                </a:solidFill>
                <a:latin typeface="PingFang SC"/>
                <a:ea typeface="PingFang SC"/>
                <a:cs typeface="PingFang SC"/>
              </a:defRPr>
            </a:pPr>
            <a:r>
              <a:rPr sz="1350" b="1">
                <a:solidFill>
                  <a:srgbClr val="FFFDF8"/>
                </a:solidFill>
                <a:latin typeface="PingFang SC"/>
                <a:ea typeface="PingFang SC"/>
                <a:cs typeface="PingFang SC"/>
              </a:rPr>
              <a:t>提问 · 讨论 · 复述</a:t>
            </a:r>
          </a:p>
        </p:txBody>
      </p:sp>
      <p:sp>
        <p:nvSpPr>
          <p:cNvPr id="41" name="rect-0776">
            <a:extLst xmlns:a="http://schemas.openxmlformats.org/drawingml/2006/main">
              <a:ext uri="{FF2B5EF4-FFF2-40B4-BE49-F238E27FC236}">
                <a16:creationId xmlns:a16="http://schemas.microsoft.com/office/drawing/2014/main" id="{6A99106A-EC87-4A58-BADD-9BAC73C1F925}"/>
              </a:ext>
            </a:extLst>
          </p:cNvPr>
          <p:cNvSpPr>
            <a:spLocks xmlns:a="http://schemas.openxmlformats.org/drawingml/2006/main" noGrp="1"/>
          </p:cNvSpPr>
          <p:nvPr/>
        </p:nvSpPr>
        <p:spPr>
          <a:xfrm xmlns:a="http://schemas.openxmlformats.org/drawingml/2006/main">
            <a:off x="1209675" y="3629025"/>
            <a:ext cx="4095750" cy="571500"/>
          </a:xfrm>
          <a:prstGeom xmlns:a="http://schemas.openxmlformats.org/drawingml/2006/main" prst="rect">
            <a:avLst/>
          </a:prstGeom>
          <a:solidFill xmlns:a="http://schemas.openxmlformats.org/drawingml/2006/main">
            <a:srgbClr val="A74335"/>
          </a:solidFill>
          <a:ln xmlns:a="http://schemas.openxmlformats.org/drawingml/2006/main" w="19050">
            <a:solidFill>
              <a:srgbClr val="F5F1E8"/>
            </a:solidFill>
            <a:prstDash val="solid"/>
          </a:ln>
        </p:spPr>
      </p:sp>
      <p:sp>
        <p:nvSpPr>
          <p:cNvPr id="42" name="text-0777">
            <a:extLst xmlns:a="http://schemas.openxmlformats.org/drawingml/2006/main">
              <a:ext uri="{FF2B5EF4-FFF2-40B4-BE49-F238E27FC236}">
                <a16:creationId xmlns:a16="http://schemas.microsoft.com/office/drawing/2014/main" id="{B85F0D54-8450-441B-A2F1-D0957B804873}"/>
              </a:ext>
            </a:extLst>
          </p:cNvPr>
          <p:cNvSpPr>
            <a:spLocks xmlns:a="http://schemas.openxmlformats.org/drawingml/2006/main" noGrp="1"/>
          </p:cNvSpPr>
          <p:nvPr/>
        </p:nvSpPr>
        <p:spPr>
          <a:xfrm xmlns:a="http://schemas.openxmlformats.org/drawingml/2006/main">
            <a:off x="1381125" y="3790950"/>
            <a:ext cx="590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DF8"/>
                </a:solidFill>
                <a:latin typeface="PingFang SC"/>
                <a:ea typeface="PingFang SC"/>
                <a:cs typeface="PingFang SC"/>
              </a:defRPr>
            </a:pPr>
            <a:r>
              <a:rPr sz="1050" b="1">
                <a:solidFill>
                  <a:srgbClr val="FFFDF8"/>
                </a:solidFill>
                <a:latin typeface="PingFang SC"/>
                <a:ea typeface="PingFang SC"/>
                <a:cs typeface="PingFang SC"/>
              </a:rPr>
              <a:t>应用</a:t>
            </a:r>
          </a:p>
        </p:txBody>
      </p:sp>
      <p:sp>
        <p:nvSpPr>
          <p:cNvPr id="43" name="text-0778">
            <a:extLst xmlns:a="http://schemas.openxmlformats.org/drawingml/2006/main">
              <a:ext uri="{FF2B5EF4-FFF2-40B4-BE49-F238E27FC236}">
                <a16:creationId xmlns:a16="http://schemas.microsoft.com/office/drawing/2014/main" id="{08DD3496-66B8-42B1-9ACF-4131EF7BA9C4}"/>
              </a:ext>
            </a:extLst>
          </p:cNvPr>
          <p:cNvSpPr>
            <a:spLocks xmlns:a="http://schemas.openxmlformats.org/drawingml/2006/main" noGrp="1"/>
          </p:cNvSpPr>
          <p:nvPr/>
        </p:nvSpPr>
        <p:spPr>
          <a:xfrm xmlns:a="http://schemas.openxmlformats.org/drawingml/2006/main">
            <a:off x="1990725" y="3762375"/>
            <a:ext cx="3105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DF8"/>
                </a:solidFill>
                <a:latin typeface="PingFang SC"/>
                <a:ea typeface="PingFang SC"/>
                <a:cs typeface="PingFang SC"/>
              </a:defRPr>
            </a:pPr>
            <a:r>
              <a:rPr sz="1350" b="1">
                <a:solidFill>
                  <a:srgbClr val="FFFDF8"/>
                </a:solidFill>
                <a:latin typeface="PingFang SC"/>
                <a:ea typeface="PingFang SC"/>
                <a:cs typeface="PingFang SC"/>
              </a:rPr>
              <a:t>真实任务 · 反复练习</a:t>
            </a:r>
          </a:p>
        </p:txBody>
      </p:sp>
      <p:sp>
        <p:nvSpPr>
          <p:cNvPr id="44" name="rect-0779">
            <a:extLst xmlns:a="http://schemas.openxmlformats.org/drawingml/2006/main">
              <a:ext uri="{FF2B5EF4-FFF2-40B4-BE49-F238E27FC236}">
                <a16:creationId xmlns:a16="http://schemas.microsoft.com/office/drawing/2014/main" id="{C0E0EA5A-3984-4476-BAAF-5406E7A92FC5}"/>
              </a:ext>
            </a:extLst>
          </p:cNvPr>
          <p:cNvSpPr>
            <a:spLocks xmlns:a="http://schemas.openxmlformats.org/drawingml/2006/main" noGrp="1"/>
          </p:cNvSpPr>
          <p:nvPr/>
        </p:nvSpPr>
        <p:spPr>
          <a:xfrm xmlns:a="http://schemas.openxmlformats.org/drawingml/2006/main">
            <a:off x="781050" y="4276725"/>
            <a:ext cx="4953000" cy="571500"/>
          </a:xfrm>
          <a:prstGeom xmlns:a="http://schemas.openxmlformats.org/drawingml/2006/main" prst="rect">
            <a:avLst/>
          </a:prstGeom>
          <a:solidFill xmlns:a="http://schemas.openxmlformats.org/drawingml/2006/main">
            <a:srgbClr val="3E6F61"/>
          </a:solidFill>
          <a:ln xmlns:a="http://schemas.openxmlformats.org/drawingml/2006/main" w="19050">
            <a:solidFill>
              <a:srgbClr val="F5F1E8"/>
            </a:solidFill>
            <a:prstDash val="solid"/>
          </a:ln>
        </p:spPr>
      </p:sp>
      <p:sp>
        <p:nvSpPr>
          <p:cNvPr id="45" name="text-0780">
            <a:extLst xmlns:a="http://schemas.openxmlformats.org/drawingml/2006/main">
              <a:ext uri="{FF2B5EF4-FFF2-40B4-BE49-F238E27FC236}">
                <a16:creationId xmlns:a16="http://schemas.microsoft.com/office/drawing/2014/main" id="{7E40F764-7C77-4BF1-AD9E-9101455CDB5C}"/>
              </a:ext>
            </a:extLst>
          </p:cNvPr>
          <p:cNvSpPr>
            <a:spLocks xmlns:a="http://schemas.openxmlformats.org/drawingml/2006/main" noGrp="1"/>
          </p:cNvSpPr>
          <p:nvPr/>
        </p:nvSpPr>
        <p:spPr>
          <a:xfrm xmlns:a="http://schemas.openxmlformats.org/drawingml/2006/main">
            <a:off x="952500" y="4438650"/>
            <a:ext cx="590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DF8"/>
                </a:solidFill>
                <a:latin typeface="PingFang SC"/>
                <a:ea typeface="PingFang SC"/>
                <a:cs typeface="PingFang SC"/>
              </a:defRPr>
            </a:pPr>
            <a:r>
              <a:rPr sz="1050" b="1">
                <a:solidFill>
                  <a:srgbClr val="FFFDF8"/>
                </a:solidFill>
                <a:latin typeface="PingFang SC"/>
                <a:ea typeface="PingFang SC"/>
                <a:cs typeface="PingFang SC"/>
              </a:rPr>
              <a:t>输出</a:t>
            </a:r>
          </a:p>
        </p:txBody>
      </p:sp>
      <p:sp>
        <p:nvSpPr>
          <p:cNvPr id="46" name="text-0781">
            <a:extLst xmlns:a="http://schemas.openxmlformats.org/drawingml/2006/main">
              <a:ext uri="{FF2B5EF4-FFF2-40B4-BE49-F238E27FC236}">
                <a16:creationId xmlns:a16="http://schemas.microsoft.com/office/drawing/2014/main" id="{39FE7CFF-A3F9-46FB-95D3-9AE286055A7F}"/>
              </a:ext>
            </a:extLst>
          </p:cNvPr>
          <p:cNvSpPr>
            <a:spLocks xmlns:a="http://schemas.openxmlformats.org/drawingml/2006/main" noGrp="1"/>
          </p:cNvSpPr>
          <p:nvPr/>
        </p:nvSpPr>
        <p:spPr>
          <a:xfrm xmlns:a="http://schemas.openxmlformats.org/drawingml/2006/main">
            <a:off x="1562100" y="4410075"/>
            <a:ext cx="3962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DF8"/>
                </a:solidFill>
                <a:latin typeface="PingFang SC"/>
                <a:ea typeface="PingFang SC"/>
                <a:cs typeface="PingFang SC"/>
              </a:defRPr>
            </a:pPr>
            <a:r>
              <a:rPr sz="1425" b="1">
                <a:solidFill>
                  <a:srgbClr val="FFFDF8"/>
                </a:solidFill>
                <a:latin typeface="PingFang SC"/>
                <a:ea typeface="PingFang SC"/>
                <a:cs typeface="PingFang SC"/>
              </a:rPr>
              <a:t>复盘 · 分享 · 教给别人</a:t>
            </a:r>
          </a:p>
        </p:txBody>
      </p:sp>
      <p:sp>
        <p:nvSpPr>
          <p:cNvPr id="47" name="text-0782">
            <a:extLst xmlns:a="http://schemas.openxmlformats.org/drawingml/2006/main">
              <a:ext uri="{FF2B5EF4-FFF2-40B4-BE49-F238E27FC236}">
                <a16:creationId xmlns:a16="http://schemas.microsoft.com/office/drawing/2014/main" id="{C0AFC24F-21BA-42E6-B7CA-ED2DFA24E593}"/>
              </a:ext>
            </a:extLst>
          </p:cNvPr>
          <p:cNvSpPr>
            <a:spLocks xmlns:a="http://schemas.openxmlformats.org/drawingml/2006/main" noGrp="1"/>
          </p:cNvSpPr>
          <p:nvPr/>
        </p:nvSpPr>
        <p:spPr>
          <a:xfrm xmlns:a="http://schemas.openxmlformats.org/drawingml/2006/main">
            <a:off x="6667500" y="22669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A74335"/>
                </a:solidFill>
                <a:latin typeface="PingFang SC"/>
                <a:ea typeface="PingFang SC"/>
                <a:cs typeface="PingFang SC"/>
              </a:defRPr>
            </a:pPr>
            <a:r>
              <a:rPr sz="1875" b="1">
                <a:solidFill>
                  <a:srgbClr val="A74335"/>
                </a:solidFill>
                <a:latin typeface="PingFang SC"/>
                <a:ea typeface="PingFang SC"/>
                <a:cs typeface="PingFang SC"/>
              </a:rPr>
              <a:t>把学习变成循环</a:t>
            </a:r>
          </a:p>
        </p:txBody>
      </p:sp>
      <p:sp>
        <p:nvSpPr>
          <p:cNvPr id="48" name="text-0783">
            <a:extLst xmlns:a="http://schemas.openxmlformats.org/drawingml/2006/main">
              <a:ext uri="{FF2B5EF4-FFF2-40B4-BE49-F238E27FC236}">
                <a16:creationId xmlns:a16="http://schemas.microsoft.com/office/drawing/2014/main" id="{29D60E26-53EE-4840-9925-EFF18132C12E}"/>
              </a:ext>
            </a:extLst>
          </p:cNvPr>
          <p:cNvSpPr>
            <a:spLocks xmlns:a="http://schemas.openxmlformats.org/drawingml/2006/main" noGrp="1"/>
          </p:cNvSpPr>
          <p:nvPr/>
        </p:nvSpPr>
        <p:spPr>
          <a:xfrm xmlns:a="http://schemas.openxmlformats.org/drawingml/2006/main">
            <a:off x="6667500" y="278130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A74335"/>
                </a:solidFill>
                <a:latin typeface="Songti SC"/>
                <a:ea typeface="Songti SC"/>
                <a:cs typeface="Songti SC"/>
              </a:defRPr>
            </a:pPr>
            <a:r>
              <a:rPr sz="2250" b="1">
                <a:solidFill>
                  <a:srgbClr val="A74335"/>
                </a:solidFill>
                <a:latin typeface="Songti SC"/>
                <a:ea typeface="Songti SC"/>
                <a:cs typeface="Songti SC"/>
              </a:rPr>
              <a:t>01</a:t>
            </a:r>
          </a:p>
        </p:txBody>
      </p:sp>
      <p:sp>
        <p:nvSpPr>
          <p:cNvPr id="49" name="text-0784">
            <a:extLst xmlns:a="http://schemas.openxmlformats.org/drawingml/2006/main">
              <a:ext uri="{FF2B5EF4-FFF2-40B4-BE49-F238E27FC236}">
                <a16:creationId xmlns:a16="http://schemas.microsoft.com/office/drawing/2014/main" id="{19975763-40D7-4F69-89AF-530B4FF57346}"/>
              </a:ext>
            </a:extLst>
          </p:cNvPr>
          <p:cNvSpPr>
            <a:spLocks xmlns:a="http://schemas.openxmlformats.org/drawingml/2006/main" noGrp="1"/>
          </p:cNvSpPr>
          <p:nvPr/>
        </p:nvSpPr>
        <p:spPr>
          <a:xfrm xmlns:a="http://schemas.openxmlformats.org/drawingml/2006/main">
            <a:off x="7429500" y="2790825"/>
            <a:ext cx="371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82338"/>
                </a:solidFill>
                <a:latin typeface="PingFang SC"/>
                <a:ea typeface="PingFang SC"/>
                <a:cs typeface="PingFang SC"/>
              </a:defRPr>
            </a:pPr>
            <a:r>
              <a:rPr sz="1650" b="1">
                <a:solidFill>
                  <a:srgbClr val="182338"/>
                </a:solidFill>
                <a:latin typeface="PingFang SC"/>
                <a:ea typeface="PingFang SC"/>
                <a:cs typeface="PingFang SC"/>
              </a:rPr>
              <a:t>先选一个真实任务</a:t>
            </a:r>
          </a:p>
        </p:txBody>
      </p:sp>
      <p:sp>
        <p:nvSpPr>
          <p:cNvPr id="50" name="text-0785">
            <a:extLst xmlns:a="http://schemas.openxmlformats.org/drawingml/2006/main">
              <a:ext uri="{FF2B5EF4-FFF2-40B4-BE49-F238E27FC236}">
                <a16:creationId xmlns:a16="http://schemas.microsoft.com/office/drawing/2014/main" id="{EB023280-5F8A-4FD8-AAE1-DD6EC1ECE2F8}"/>
              </a:ext>
            </a:extLst>
          </p:cNvPr>
          <p:cNvSpPr>
            <a:spLocks xmlns:a="http://schemas.openxmlformats.org/drawingml/2006/main" noGrp="1"/>
          </p:cNvSpPr>
          <p:nvPr/>
        </p:nvSpPr>
        <p:spPr>
          <a:xfrm xmlns:a="http://schemas.openxmlformats.org/drawingml/2006/main">
            <a:off x="7429500" y="3124200"/>
            <a:ext cx="3714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287"/>
                </a:solidFill>
                <a:latin typeface="PingFang SC"/>
                <a:ea typeface="PingFang SC"/>
                <a:cs typeface="PingFang SC"/>
              </a:defRPr>
            </a:pPr>
            <a:r>
              <a:rPr sz="1200" b="0">
                <a:solidFill>
                  <a:srgbClr val="687287"/>
                </a:solidFill>
                <a:latin typeface="PingFang SC"/>
                <a:ea typeface="PingFang SC"/>
                <a:cs typeface="PingFang SC"/>
              </a:rPr>
              <a:t>边界清楚、结果可验证</a:t>
            </a:r>
          </a:p>
        </p:txBody>
      </p:sp>
      <p:sp>
        <p:nvSpPr>
          <p:cNvPr id="51" name="rect-0786">
            <a:extLst xmlns:a="http://schemas.openxmlformats.org/drawingml/2006/main">
              <a:ext uri="{FF2B5EF4-FFF2-40B4-BE49-F238E27FC236}">
                <a16:creationId xmlns:a16="http://schemas.microsoft.com/office/drawing/2014/main" id="{F0486FF8-FDB4-4C98-8F86-9A3CE93E7D57}"/>
              </a:ext>
            </a:extLst>
          </p:cNvPr>
          <p:cNvSpPr>
            <a:spLocks xmlns:a="http://schemas.openxmlformats.org/drawingml/2006/main" noGrp="1"/>
          </p:cNvSpPr>
          <p:nvPr/>
        </p:nvSpPr>
        <p:spPr>
          <a:xfrm xmlns:a="http://schemas.openxmlformats.org/drawingml/2006/main">
            <a:off x="6667500" y="3476625"/>
            <a:ext cx="4476750" cy="9525"/>
          </a:xfrm>
          <a:prstGeom xmlns:a="http://schemas.openxmlformats.org/drawingml/2006/main" prst="rect">
            <a:avLst/>
          </a:prstGeom>
          <a:solidFill xmlns:a="http://schemas.openxmlformats.org/drawingml/2006/main">
            <a:srgbClr val="D8D2C5"/>
          </a:solidFill>
          <a:ln xmlns:a="http://schemas.openxmlformats.org/drawingml/2006/main" w="0">
            <a:noFill/>
            <a:prstDash val="solid"/>
          </a:ln>
        </p:spPr>
      </p:sp>
      <p:sp>
        <p:nvSpPr>
          <p:cNvPr id="52" name="text-0787">
            <a:extLst xmlns:a="http://schemas.openxmlformats.org/drawingml/2006/main">
              <a:ext uri="{FF2B5EF4-FFF2-40B4-BE49-F238E27FC236}">
                <a16:creationId xmlns:a16="http://schemas.microsoft.com/office/drawing/2014/main" id="{C3A02521-9FF7-41E9-9F15-F6B4CD56AB97}"/>
              </a:ext>
            </a:extLst>
          </p:cNvPr>
          <p:cNvSpPr>
            <a:spLocks xmlns:a="http://schemas.openxmlformats.org/drawingml/2006/main" noGrp="1"/>
          </p:cNvSpPr>
          <p:nvPr/>
        </p:nvSpPr>
        <p:spPr>
          <a:xfrm xmlns:a="http://schemas.openxmlformats.org/drawingml/2006/main">
            <a:off x="6667500" y="3609975"/>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A74335"/>
                </a:solidFill>
                <a:latin typeface="Songti SC"/>
                <a:ea typeface="Songti SC"/>
                <a:cs typeface="Songti SC"/>
              </a:defRPr>
            </a:pPr>
            <a:r>
              <a:rPr sz="2250" b="1">
                <a:solidFill>
                  <a:srgbClr val="A74335"/>
                </a:solidFill>
                <a:latin typeface="Songti SC"/>
                <a:ea typeface="Songti SC"/>
                <a:cs typeface="Songti SC"/>
              </a:rPr>
              <a:t>02</a:t>
            </a:r>
          </a:p>
        </p:txBody>
      </p:sp>
      <p:sp>
        <p:nvSpPr>
          <p:cNvPr id="53" name="text-0788">
            <a:extLst xmlns:a="http://schemas.openxmlformats.org/drawingml/2006/main">
              <a:ext uri="{FF2B5EF4-FFF2-40B4-BE49-F238E27FC236}">
                <a16:creationId xmlns:a16="http://schemas.microsoft.com/office/drawing/2014/main" id="{2BF27CA1-827F-425A-AFE5-A929995CB71D}"/>
              </a:ext>
            </a:extLst>
          </p:cNvPr>
          <p:cNvSpPr>
            <a:spLocks xmlns:a="http://schemas.openxmlformats.org/drawingml/2006/main" noGrp="1"/>
          </p:cNvSpPr>
          <p:nvPr/>
        </p:nvSpPr>
        <p:spPr>
          <a:xfrm xmlns:a="http://schemas.openxmlformats.org/drawingml/2006/main">
            <a:off x="7429500" y="3619500"/>
            <a:ext cx="371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82338"/>
                </a:solidFill>
                <a:latin typeface="PingFang SC"/>
                <a:ea typeface="PingFang SC"/>
                <a:cs typeface="PingFang SC"/>
              </a:defRPr>
            </a:pPr>
            <a:r>
              <a:rPr sz="1650" b="1">
                <a:solidFill>
                  <a:srgbClr val="182338"/>
                </a:solidFill>
                <a:latin typeface="PingFang SC"/>
                <a:ea typeface="PingFang SC"/>
                <a:cs typeface="PingFang SC"/>
              </a:rPr>
              <a:t>边做边补知识</a:t>
            </a:r>
          </a:p>
        </p:txBody>
      </p:sp>
      <p:sp>
        <p:nvSpPr>
          <p:cNvPr id="54" name="text-0789">
            <a:extLst xmlns:a="http://schemas.openxmlformats.org/drawingml/2006/main">
              <a:ext uri="{FF2B5EF4-FFF2-40B4-BE49-F238E27FC236}">
                <a16:creationId xmlns:a16="http://schemas.microsoft.com/office/drawing/2014/main" id="{D42D01CB-8914-4813-895C-F891E480B032}"/>
              </a:ext>
            </a:extLst>
          </p:cNvPr>
          <p:cNvSpPr>
            <a:spLocks xmlns:a="http://schemas.openxmlformats.org/drawingml/2006/main" noGrp="1"/>
          </p:cNvSpPr>
          <p:nvPr/>
        </p:nvSpPr>
        <p:spPr>
          <a:xfrm xmlns:a="http://schemas.openxmlformats.org/drawingml/2006/main">
            <a:off x="7429500" y="3952875"/>
            <a:ext cx="3714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287"/>
                </a:solidFill>
                <a:latin typeface="PingFang SC"/>
                <a:ea typeface="PingFang SC"/>
                <a:cs typeface="PingFang SC"/>
              </a:defRPr>
            </a:pPr>
            <a:r>
              <a:rPr sz="1200" b="0">
                <a:solidFill>
                  <a:srgbClr val="687287"/>
                </a:solidFill>
                <a:latin typeface="PingFang SC"/>
                <a:ea typeface="PingFang SC"/>
                <a:cs typeface="PingFang SC"/>
              </a:rPr>
              <a:t>遇到问题，再精准学习</a:t>
            </a:r>
          </a:p>
        </p:txBody>
      </p:sp>
      <p:sp>
        <p:nvSpPr>
          <p:cNvPr id="55" name="rect-0790">
            <a:extLst xmlns:a="http://schemas.openxmlformats.org/drawingml/2006/main">
              <a:ext uri="{FF2B5EF4-FFF2-40B4-BE49-F238E27FC236}">
                <a16:creationId xmlns:a16="http://schemas.microsoft.com/office/drawing/2014/main" id="{EA4604D0-A556-4DA1-B2A5-828E33349A5F}"/>
              </a:ext>
            </a:extLst>
          </p:cNvPr>
          <p:cNvSpPr>
            <a:spLocks xmlns:a="http://schemas.openxmlformats.org/drawingml/2006/main" noGrp="1"/>
          </p:cNvSpPr>
          <p:nvPr/>
        </p:nvSpPr>
        <p:spPr>
          <a:xfrm xmlns:a="http://schemas.openxmlformats.org/drawingml/2006/main">
            <a:off x="6667500" y="4305300"/>
            <a:ext cx="4476750" cy="9525"/>
          </a:xfrm>
          <a:prstGeom xmlns:a="http://schemas.openxmlformats.org/drawingml/2006/main" prst="rect">
            <a:avLst/>
          </a:prstGeom>
          <a:solidFill xmlns:a="http://schemas.openxmlformats.org/drawingml/2006/main">
            <a:srgbClr val="D8D2C5"/>
          </a:solidFill>
          <a:ln xmlns:a="http://schemas.openxmlformats.org/drawingml/2006/main" w="0">
            <a:noFill/>
            <a:prstDash val="solid"/>
          </a:ln>
        </p:spPr>
      </p:sp>
      <p:sp>
        <p:nvSpPr>
          <p:cNvPr id="56" name="text-0791">
            <a:extLst xmlns:a="http://schemas.openxmlformats.org/drawingml/2006/main">
              <a:ext uri="{FF2B5EF4-FFF2-40B4-BE49-F238E27FC236}">
                <a16:creationId xmlns:a16="http://schemas.microsoft.com/office/drawing/2014/main" id="{81223BC8-547B-4C8C-BC77-DC0A0B124481}"/>
              </a:ext>
            </a:extLst>
          </p:cNvPr>
          <p:cNvSpPr>
            <a:spLocks xmlns:a="http://schemas.openxmlformats.org/drawingml/2006/main" noGrp="1"/>
          </p:cNvSpPr>
          <p:nvPr/>
        </p:nvSpPr>
        <p:spPr>
          <a:xfrm xmlns:a="http://schemas.openxmlformats.org/drawingml/2006/main">
            <a:off x="6667500" y="44386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A74335"/>
                </a:solidFill>
                <a:latin typeface="Songti SC"/>
                <a:ea typeface="Songti SC"/>
                <a:cs typeface="Songti SC"/>
              </a:defRPr>
            </a:pPr>
            <a:r>
              <a:rPr sz="2250" b="1">
                <a:solidFill>
                  <a:srgbClr val="A74335"/>
                </a:solidFill>
                <a:latin typeface="Songti SC"/>
                <a:ea typeface="Songti SC"/>
                <a:cs typeface="Songti SC"/>
              </a:rPr>
              <a:t>03</a:t>
            </a:r>
          </a:p>
        </p:txBody>
      </p:sp>
      <p:sp>
        <p:nvSpPr>
          <p:cNvPr id="57" name="text-0792">
            <a:extLst xmlns:a="http://schemas.openxmlformats.org/drawingml/2006/main">
              <a:ext uri="{FF2B5EF4-FFF2-40B4-BE49-F238E27FC236}">
                <a16:creationId xmlns:a16="http://schemas.microsoft.com/office/drawing/2014/main" id="{33CD16C4-2D3A-47D4-A38A-8AC97B5CBA06}"/>
              </a:ext>
            </a:extLst>
          </p:cNvPr>
          <p:cNvSpPr>
            <a:spLocks xmlns:a="http://schemas.openxmlformats.org/drawingml/2006/main" noGrp="1"/>
          </p:cNvSpPr>
          <p:nvPr/>
        </p:nvSpPr>
        <p:spPr>
          <a:xfrm xmlns:a="http://schemas.openxmlformats.org/drawingml/2006/main">
            <a:off x="7429500" y="4448175"/>
            <a:ext cx="371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82338"/>
                </a:solidFill>
                <a:latin typeface="PingFang SC"/>
                <a:ea typeface="PingFang SC"/>
                <a:cs typeface="PingFang SC"/>
              </a:defRPr>
            </a:pPr>
            <a:r>
              <a:rPr sz="1650" b="1">
                <a:solidFill>
                  <a:srgbClr val="182338"/>
                </a:solidFill>
                <a:latin typeface="PingFang SC"/>
                <a:ea typeface="PingFang SC"/>
                <a:cs typeface="PingFang SC"/>
              </a:rPr>
              <a:t>把方法讲给别人</a:t>
            </a:r>
          </a:p>
        </p:txBody>
      </p:sp>
      <p:sp>
        <p:nvSpPr>
          <p:cNvPr id="58" name="text-0793">
            <a:extLst xmlns:a="http://schemas.openxmlformats.org/drawingml/2006/main">
              <a:ext uri="{FF2B5EF4-FFF2-40B4-BE49-F238E27FC236}">
                <a16:creationId xmlns:a16="http://schemas.microsoft.com/office/drawing/2014/main" id="{22B879E3-0565-4B0B-875E-E287C1EB24CA}"/>
              </a:ext>
            </a:extLst>
          </p:cNvPr>
          <p:cNvSpPr>
            <a:spLocks xmlns:a="http://schemas.openxmlformats.org/drawingml/2006/main" noGrp="1"/>
          </p:cNvSpPr>
          <p:nvPr/>
        </p:nvSpPr>
        <p:spPr>
          <a:xfrm xmlns:a="http://schemas.openxmlformats.org/drawingml/2006/main">
            <a:off x="7429500" y="4781550"/>
            <a:ext cx="3714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287"/>
                </a:solidFill>
                <a:latin typeface="PingFang SC"/>
                <a:ea typeface="PingFang SC"/>
                <a:cs typeface="PingFang SC"/>
              </a:defRPr>
            </a:pPr>
            <a:r>
              <a:rPr sz="1200" b="0">
                <a:solidFill>
                  <a:srgbClr val="687287"/>
                </a:solidFill>
                <a:latin typeface="PingFang SC"/>
                <a:ea typeface="PingFang SC"/>
                <a:cs typeface="PingFang SC"/>
              </a:rPr>
              <a:t>分享一次，就是深度复盘</a:t>
            </a:r>
          </a:p>
        </p:txBody>
      </p:sp>
      <p:sp>
        <p:nvSpPr>
          <p:cNvPr id="59" name="rect-0794">
            <a:extLst xmlns:a="http://schemas.openxmlformats.org/drawingml/2006/main">
              <a:ext uri="{FF2B5EF4-FFF2-40B4-BE49-F238E27FC236}">
                <a16:creationId xmlns:a16="http://schemas.microsoft.com/office/drawing/2014/main" id="{15A222B2-5FFE-4256-BD56-926ACF271DF3}"/>
              </a:ext>
            </a:extLst>
          </p:cNvPr>
          <p:cNvSpPr>
            <a:spLocks xmlns:a="http://schemas.openxmlformats.org/drawingml/2006/main" noGrp="1"/>
          </p:cNvSpPr>
          <p:nvPr/>
        </p:nvSpPr>
        <p:spPr>
          <a:xfrm xmlns:a="http://schemas.openxmlformats.org/drawingml/2006/main">
            <a:off x="685800" y="5467350"/>
            <a:ext cx="10820400" cy="742950"/>
          </a:xfrm>
          <a:prstGeom xmlns:a="http://schemas.openxmlformats.org/drawingml/2006/main" prst="rect">
            <a:avLst/>
          </a:prstGeom>
          <a:solidFill xmlns:a="http://schemas.openxmlformats.org/drawingml/2006/main">
            <a:srgbClr val="FFFDF8"/>
          </a:solidFill>
          <a:ln xmlns:a="http://schemas.openxmlformats.org/drawingml/2006/main" w="0">
            <a:solidFill>
              <a:srgbClr val="D8D2C5"/>
            </a:solidFill>
            <a:prstDash val="solid"/>
          </a:ln>
        </p:spPr>
      </p:sp>
      <p:sp>
        <p:nvSpPr>
          <p:cNvPr id="60" name="rect-0795">
            <a:extLst xmlns:a="http://schemas.openxmlformats.org/drawingml/2006/main">
              <a:ext uri="{FF2B5EF4-FFF2-40B4-BE49-F238E27FC236}">
                <a16:creationId xmlns:a16="http://schemas.microsoft.com/office/drawing/2014/main" id="{AD7E50D7-5921-4F2C-95D7-235782DD5D5F}"/>
              </a:ext>
            </a:extLst>
          </p:cNvPr>
          <p:cNvSpPr>
            <a:spLocks xmlns:a="http://schemas.openxmlformats.org/drawingml/2006/main" noGrp="1"/>
          </p:cNvSpPr>
          <p:nvPr/>
        </p:nvSpPr>
        <p:spPr>
          <a:xfrm xmlns:a="http://schemas.openxmlformats.org/drawingml/2006/main">
            <a:off x="685800" y="5467350"/>
            <a:ext cx="57150" cy="74295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61" name="text-0796">
            <a:extLst xmlns:a="http://schemas.openxmlformats.org/drawingml/2006/main">
              <a:ext uri="{FF2B5EF4-FFF2-40B4-BE49-F238E27FC236}">
                <a16:creationId xmlns:a16="http://schemas.microsoft.com/office/drawing/2014/main" id="{81C46937-DF1B-4D36-85B9-C25A6FF3FFCD}"/>
              </a:ext>
            </a:extLst>
          </p:cNvPr>
          <p:cNvSpPr>
            <a:spLocks xmlns:a="http://schemas.openxmlformats.org/drawingml/2006/main" noGrp="1"/>
          </p:cNvSpPr>
          <p:nvPr/>
        </p:nvSpPr>
        <p:spPr>
          <a:xfrm xmlns:a="http://schemas.openxmlformats.org/drawingml/2006/main">
            <a:off x="933450" y="5610225"/>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182338"/>
                </a:solidFill>
                <a:latin typeface="PingFang SC"/>
                <a:ea typeface="PingFang SC"/>
                <a:cs typeface="PingFang SC"/>
              </a:defRPr>
            </a:pPr>
            <a:r>
              <a:rPr sz="1650" b="1">
                <a:solidFill>
                  <a:srgbClr val="182338"/>
                </a:solidFill>
                <a:latin typeface="PingFang SC"/>
                <a:ea typeface="PingFang SC"/>
                <a:cs typeface="PingFang SC"/>
              </a:rPr>
              <a:t>从“听懂”到“会用”，靠的是亲手做一次、复盘一次，再把方法讲给别人。</a:t>
            </a:r>
          </a:p>
        </p:txBody>
      </p:sp>
      <p:sp>
        <p:nvSpPr>
          <p:cNvPr id="62" name="text-0797">
            <a:extLst xmlns:a="http://schemas.openxmlformats.org/drawingml/2006/main">
              <a:ext uri="{FF2B5EF4-FFF2-40B4-BE49-F238E27FC236}">
                <a16:creationId xmlns:a16="http://schemas.microsoft.com/office/drawing/2014/main" id="{A8FDB320-9EE7-4C54-B177-DEA825DDF2E4}"/>
              </a:ext>
            </a:extLst>
          </p:cNvPr>
          <p:cNvSpPr>
            <a:spLocks xmlns:a="http://schemas.openxmlformats.org/drawingml/2006/main" noGrp="1"/>
          </p:cNvSpPr>
          <p:nvPr/>
        </p:nvSpPr>
        <p:spPr>
          <a:xfrm xmlns:a="http://schemas.openxmlformats.org/drawingml/2006/main">
            <a:off x="685800" y="6362700"/>
            <a:ext cx="1009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87287"/>
                </a:solidFill>
                <a:latin typeface="PingFang SC"/>
                <a:ea typeface="PingFang SC"/>
                <a:cs typeface="PingFang SC"/>
              </a:defRPr>
            </a:pPr>
            <a:r>
              <a:rPr sz="825" b="0">
                <a:solidFill>
                  <a:srgbClr val="687287"/>
                </a:solidFill>
                <a:latin typeface="PingFang SC"/>
                <a:ea typeface="PingFang SC"/>
                <a:cs typeface="PingFang SC"/>
              </a:rPr>
              <a:t>本图表示学习参与方式逐步加深，不代表固定的学习留存率。</a:t>
            </a:r>
          </a:p>
        </p:txBody>
      </p:sp>
    </p:spTree>
    <p:extLst>
      <p:ext uri="{BB962C8B-B14F-4D97-AF65-F5344CB8AC3E}">
        <p14:creationId xmlns:p14="http://schemas.microsoft.com/office/powerpoint/2010/main" val="398096510"/>
      </p:ext>
    </p:extLst>
  </p:cSld>
</p:sld>
</file>

<file path=ppt/slides/slide1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49" name="rect-0798">
            <a:extLst xmlns:a="http://schemas.openxmlformats.org/drawingml/2006/main">
              <a:ext uri="{FF2B5EF4-FFF2-40B4-BE49-F238E27FC236}">
                <a16:creationId xmlns:a16="http://schemas.microsoft.com/office/drawing/2014/main" id="{AE41074A-2778-43C9-8922-1FF58621AE94}"/>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 name="rect-0799">
            <a:extLst xmlns:a="http://schemas.openxmlformats.org/drawingml/2006/main">
              <a:ext uri="{FF2B5EF4-FFF2-40B4-BE49-F238E27FC236}">
                <a16:creationId xmlns:a16="http://schemas.microsoft.com/office/drawing/2014/main" id="{9E537838-DC38-4B35-BA49-D0659FE2E2CF}"/>
              </a:ext>
            </a:extLst>
          </p:cNvPr>
          <p:cNvSpPr>
            <a:spLocks xmlns:a="http://schemas.openxmlformats.org/drawingml/2006/main" noGrp="1"/>
          </p:cNvSpPr>
          <p:nvPr/>
        </p:nvSpPr>
        <p:spPr>
          <a:xfrm xmlns:a="http://schemas.openxmlformats.org/drawingml/2006/main">
            <a:off x="838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3" name="rect-0800">
            <a:extLst xmlns:a="http://schemas.openxmlformats.org/drawingml/2006/main">
              <a:ext uri="{FF2B5EF4-FFF2-40B4-BE49-F238E27FC236}">
                <a16:creationId xmlns:a16="http://schemas.microsoft.com/office/drawing/2014/main" id="{9FC0F9C5-2B65-4412-9321-A9F9EB397E61}"/>
              </a:ext>
            </a:extLst>
          </p:cNvPr>
          <p:cNvSpPr>
            <a:spLocks xmlns:a="http://schemas.openxmlformats.org/drawingml/2006/main" noGrp="1"/>
          </p:cNvSpPr>
          <p:nvPr/>
        </p:nvSpPr>
        <p:spPr>
          <a:xfrm xmlns:a="http://schemas.openxmlformats.org/drawingml/2006/main">
            <a:off x="1676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4" name="rect-0801">
            <a:extLst xmlns:a="http://schemas.openxmlformats.org/drawingml/2006/main">
              <a:ext uri="{FF2B5EF4-FFF2-40B4-BE49-F238E27FC236}">
                <a16:creationId xmlns:a16="http://schemas.microsoft.com/office/drawing/2014/main" id="{0B795590-D060-4483-8DB8-DF9556742636}"/>
              </a:ext>
            </a:extLst>
          </p:cNvPr>
          <p:cNvSpPr>
            <a:spLocks xmlns:a="http://schemas.openxmlformats.org/drawingml/2006/main" noGrp="1"/>
          </p:cNvSpPr>
          <p:nvPr/>
        </p:nvSpPr>
        <p:spPr>
          <a:xfrm xmlns:a="http://schemas.openxmlformats.org/drawingml/2006/main">
            <a:off x="2514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5" name="rect-0802">
            <a:extLst xmlns:a="http://schemas.openxmlformats.org/drawingml/2006/main">
              <a:ext uri="{FF2B5EF4-FFF2-40B4-BE49-F238E27FC236}">
                <a16:creationId xmlns:a16="http://schemas.microsoft.com/office/drawing/2014/main" id="{C515F67C-8886-4DC0-B2BC-DBA9D8EBF603}"/>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6" name="rect-0803">
            <a:extLst xmlns:a="http://schemas.openxmlformats.org/drawingml/2006/main">
              <a:ext uri="{FF2B5EF4-FFF2-40B4-BE49-F238E27FC236}">
                <a16:creationId xmlns:a16="http://schemas.microsoft.com/office/drawing/2014/main" id="{D4DD2796-E753-452B-8110-2677166D2CF8}"/>
              </a:ext>
            </a:extLst>
          </p:cNvPr>
          <p:cNvSpPr>
            <a:spLocks xmlns:a="http://schemas.openxmlformats.org/drawingml/2006/main" noGrp="1"/>
          </p:cNvSpPr>
          <p:nvPr/>
        </p:nvSpPr>
        <p:spPr>
          <a:xfrm xmlns:a="http://schemas.openxmlformats.org/drawingml/2006/main">
            <a:off x="4191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7" name="rect-0804">
            <a:extLst xmlns:a="http://schemas.openxmlformats.org/drawingml/2006/main">
              <a:ext uri="{FF2B5EF4-FFF2-40B4-BE49-F238E27FC236}">
                <a16:creationId xmlns:a16="http://schemas.microsoft.com/office/drawing/2014/main" id="{1656CB45-2544-4462-A871-62B39D2B21C3}"/>
              </a:ext>
            </a:extLst>
          </p:cNvPr>
          <p:cNvSpPr>
            <a:spLocks xmlns:a="http://schemas.openxmlformats.org/drawingml/2006/main" noGrp="1"/>
          </p:cNvSpPr>
          <p:nvPr/>
        </p:nvSpPr>
        <p:spPr>
          <a:xfrm xmlns:a="http://schemas.openxmlformats.org/drawingml/2006/main">
            <a:off x="5029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8" name="rect-0805">
            <a:extLst xmlns:a="http://schemas.openxmlformats.org/drawingml/2006/main">
              <a:ext uri="{FF2B5EF4-FFF2-40B4-BE49-F238E27FC236}">
                <a16:creationId xmlns:a16="http://schemas.microsoft.com/office/drawing/2014/main" id="{799BFF29-2160-4BC9-99D5-F68B2791ADD2}"/>
              </a:ext>
            </a:extLst>
          </p:cNvPr>
          <p:cNvSpPr>
            <a:spLocks xmlns:a="http://schemas.openxmlformats.org/drawingml/2006/main" noGrp="1"/>
          </p:cNvSpPr>
          <p:nvPr/>
        </p:nvSpPr>
        <p:spPr>
          <a:xfrm xmlns:a="http://schemas.openxmlformats.org/drawingml/2006/main">
            <a:off x="5867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9" name="rect-0806">
            <a:extLst xmlns:a="http://schemas.openxmlformats.org/drawingml/2006/main">
              <a:ext uri="{FF2B5EF4-FFF2-40B4-BE49-F238E27FC236}">
                <a16:creationId xmlns:a16="http://schemas.microsoft.com/office/drawing/2014/main" id="{0B4E2BA3-9F2D-42FD-9753-1E51ECE60E88}"/>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0" name="rect-0807">
            <a:extLst xmlns:a="http://schemas.openxmlformats.org/drawingml/2006/main">
              <a:ext uri="{FF2B5EF4-FFF2-40B4-BE49-F238E27FC236}">
                <a16:creationId xmlns:a16="http://schemas.microsoft.com/office/drawing/2014/main" id="{C5F289AD-6EDB-4D06-B194-9E320C357075}"/>
              </a:ext>
            </a:extLst>
          </p:cNvPr>
          <p:cNvSpPr>
            <a:spLocks xmlns:a="http://schemas.openxmlformats.org/drawingml/2006/main" noGrp="1"/>
          </p:cNvSpPr>
          <p:nvPr/>
        </p:nvSpPr>
        <p:spPr>
          <a:xfrm xmlns:a="http://schemas.openxmlformats.org/drawingml/2006/main">
            <a:off x="7543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1" name="rect-0808">
            <a:extLst xmlns:a="http://schemas.openxmlformats.org/drawingml/2006/main">
              <a:ext uri="{FF2B5EF4-FFF2-40B4-BE49-F238E27FC236}">
                <a16:creationId xmlns:a16="http://schemas.microsoft.com/office/drawing/2014/main" id="{8A3735AD-670A-45B4-952A-768A518FB957}"/>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2" name="rect-0809">
            <a:extLst xmlns:a="http://schemas.openxmlformats.org/drawingml/2006/main">
              <a:ext uri="{FF2B5EF4-FFF2-40B4-BE49-F238E27FC236}">
                <a16:creationId xmlns:a16="http://schemas.microsoft.com/office/drawing/2014/main" id="{8DB9964E-CE18-494E-AB39-2F2167839B22}"/>
              </a:ext>
            </a:extLst>
          </p:cNvPr>
          <p:cNvSpPr>
            <a:spLocks xmlns:a="http://schemas.openxmlformats.org/drawingml/2006/main" noGrp="1"/>
          </p:cNvSpPr>
          <p:nvPr/>
        </p:nvSpPr>
        <p:spPr>
          <a:xfrm xmlns:a="http://schemas.openxmlformats.org/drawingml/2006/main">
            <a:off x="9220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3" name="rect-0810">
            <a:extLst xmlns:a="http://schemas.openxmlformats.org/drawingml/2006/main">
              <a:ext uri="{FF2B5EF4-FFF2-40B4-BE49-F238E27FC236}">
                <a16:creationId xmlns:a16="http://schemas.microsoft.com/office/drawing/2014/main" id="{7CCD831D-128D-4869-BFE7-65DC0CD2951A}"/>
              </a:ext>
            </a:extLst>
          </p:cNvPr>
          <p:cNvSpPr>
            <a:spLocks xmlns:a="http://schemas.openxmlformats.org/drawingml/2006/main" noGrp="1"/>
          </p:cNvSpPr>
          <p:nvPr/>
        </p:nvSpPr>
        <p:spPr>
          <a:xfrm xmlns:a="http://schemas.openxmlformats.org/drawingml/2006/main">
            <a:off x="10058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4" name="rect-0811">
            <a:extLst xmlns:a="http://schemas.openxmlformats.org/drawingml/2006/main">
              <a:ext uri="{FF2B5EF4-FFF2-40B4-BE49-F238E27FC236}">
                <a16:creationId xmlns:a16="http://schemas.microsoft.com/office/drawing/2014/main" id="{E9FF2D4D-05A0-4615-8463-65C1916C84E5}"/>
              </a:ext>
            </a:extLst>
          </p:cNvPr>
          <p:cNvSpPr>
            <a:spLocks xmlns:a="http://schemas.openxmlformats.org/drawingml/2006/main" noGrp="1"/>
          </p:cNvSpPr>
          <p:nvPr/>
        </p:nvSpPr>
        <p:spPr>
          <a:xfrm xmlns:a="http://schemas.openxmlformats.org/drawingml/2006/main">
            <a:off x="10896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5" name="rect-0812">
            <a:extLst xmlns:a="http://schemas.openxmlformats.org/drawingml/2006/main">
              <a:ext uri="{FF2B5EF4-FFF2-40B4-BE49-F238E27FC236}">
                <a16:creationId xmlns:a16="http://schemas.microsoft.com/office/drawing/2014/main" id="{DFA0B7B3-7977-46F8-BF13-D68108DF344D}"/>
              </a:ext>
            </a:extLst>
          </p:cNvPr>
          <p:cNvSpPr>
            <a:spLocks xmlns:a="http://schemas.openxmlformats.org/drawingml/2006/main" noGrp="1"/>
          </p:cNvSpPr>
          <p:nvPr/>
        </p:nvSpPr>
        <p:spPr>
          <a:xfrm xmlns:a="http://schemas.openxmlformats.org/drawingml/2006/main">
            <a:off x="11734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6" name="rect-0813">
            <a:extLst xmlns:a="http://schemas.openxmlformats.org/drawingml/2006/main">
              <a:ext uri="{FF2B5EF4-FFF2-40B4-BE49-F238E27FC236}">
                <a16:creationId xmlns:a16="http://schemas.microsoft.com/office/drawing/2014/main" id="{FFB3A948-7882-46A8-BB8B-021F2511AECA}"/>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7" name="rect-0814">
            <a:extLst xmlns:a="http://schemas.openxmlformats.org/drawingml/2006/main">
              <a:ext uri="{FF2B5EF4-FFF2-40B4-BE49-F238E27FC236}">
                <a16:creationId xmlns:a16="http://schemas.microsoft.com/office/drawing/2014/main" id="{B0A59964-0735-474C-8F6B-0D10DD58438F}"/>
              </a:ext>
            </a:extLst>
          </p:cNvPr>
          <p:cNvSpPr>
            <a:spLocks xmlns:a="http://schemas.openxmlformats.org/drawingml/2006/main" noGrp="1"/>
          </p:cNvSpPr>
          <p:nvPr/>
        </p:nvSpPr>
        <p:spPr>
          <a:xfrm xmlns:a="http://schemas.openxmlformats.org/drawingml/2006/main">
            <a:off x="0" y="838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8" name="rect-0815">
            <a:extLst xmlns:a="http://schemas.openxmlformats.org/drawingml/2006/main">
              <a:ext uri="{FF2B5EF4-FFF2-40B4-BE49-F238E27FC236}">
                <a16:creationId xmlns:a16="http://schemas.microsoft.com/office/drawing/2014/main" id="{AC78FA94-632E-41A3-A409-3F91286DD95B}"/>
              </a:ext>
            </a:extLst>
          </p:cNvPr>
          <p:cNvSpPr>
            <a:spLocks xmlns:a="http://schemas.openxmlformats.org/drawingml/2006/main" noGrp="1"/>
          </p:cNvSpPr>
          <p:nvPr/>
        </p:nvSpPr>
        <p:spPr>
          <a:xfrm xmlns:a="http://schemas.openxmlformats.org/drawingml/2006/main">
            <a:off x="0" y="1676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9" name="rect-0816">
            <a:extLst xmlns:a="http://schemas.openxmlformats.org/drawingml/2006/main">
              <a:ext uri="{FF2B5EF4-FFF2-40B4-BE49-F238E27FC236}">
                <a16:creationId xmlns:a16="http://schemas.microsoft.com/office/drawing/2014/main" id="{C535922A-AD54-469E-B359-33EC0CDEBBFE}"/>
              </a:ext>
            </a:extLst>
          </p:cNvPr>
          <p:cNvSpPr>
            <a:spLocks xmlns:a="http://schemas.openxmlformats.org/drawingml/2006/main" noGrp="1"/>
          </p:cNvSpPr>
          <p:nvPr/>
        </p:nvSpPr>
        <p:spPr>
          <a:xfrm xmlns:a="http://schemas.openxmlformats.org/drawingml/2006/main">
            <a:off x="0" y="2514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0" name="rect-0817">
            <a:extLst xmlns:a="http://schemas.openxmlformats.org/drawingml/2006/main">
              <a:ext uri="{FF2B5EF4-FFF2-40B4-BE49-F238E27FC236}">
                <a16:creationId xmlns:a16="http://schemas.microsoft.com/office/drawing/2014/main" id="{53097D7C-3017-4CA8-8888-02B7331E2562}"/>
              </a:ext>
            </a:extLst>
          </p:cNvPr>
          <p:cNvSpPr>
            <a:spLocks xmlns:a="http://schemas.openxmlformats.org/drawingml/2006/main" noGrp="1"/>
          </p:cNvSpPr>
          <p:nvPr/>
        </p:nvSpPr>
        <p:spPr>
          <a:xfrm xmlns:a="http://schemas.openxmlformats.org/drawingml/2006/main">
            <a:off x="0" y="33528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1" name="rect-0818">
            <a:extLst xmlns:a="http://schemas.openxmlformats.org/drawingml/2006/main">
              <a:ext uri="{FF2B5EF4-FFF2-40B4-BE49-F238E27FC236}">
                <a16:creationId xmlns:a16="http://schemas.microsoft.com/office/drawing/2014/main" id="{4FECD0D2-F6E7-4253-A070-D557B2647C76}"/>
              </a:ext>
            </a:extLst>
          </p:cNvPr>
          <p:cNvSpPr>
            <a:spLocks xmlns:a="http://schemas.openxmlformats.org/drawingml/2006/main" noGrp="1"/>
          </p:cNvSpPr>
          <p:nvPr/>
        </p:nvSpPr>
        <p:spPr>
          <a:xfrm xmlns:a="http://schemas.openxmlformats.org/drawingml/2006/main">
            <a:off x="0" y="41910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2" name="rect-0819">
            <a:extLst xmlns:a="http://schemas.openxmlformats.org/drawingml/2006/main">
              <a:ext uri="{FF2B5EF4-FFF2-40B4-BE49-F238E27FC236}">
                <a16:creationId xmlns:a16="http://schemas.microsoft.com/office/drawing/2014/main" id="{D36A26CE-3D84-4431-BE58-ED34BE576273}"/>
              </a:ext>
            </a:extLst>
          </p:cNvPr>
          <p:cNvSpPr>
            <a:spLocks xmlns:a="http://schemas.openxmlformats.org/drawingml/2006/main" noGrp="1"/>
          </p:cNvSpPr>
          <p:nvPr/>
        </p:nvSpPr>
        <p:spPr>
          <a:xfrm xmlns:a="http://schemas.openxmlformats.org/drawingml/2006/main">
            <a:off x="0" y="5029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3" name="rect-0820">
            <a:extLst xmlns:a="http://schemas.openxmlformats.org/drawingml/2006/main">
              <a:ext uri="{FF2B5EF4-FFF2-40B4-BE49-F238E27FC236}">
                <a16:creationId xmlns:a16="http://schemas.microsoft.com/office/drawing/2014/main" id="{80346B85-8920-42B6-8D3B-B47D0F4B73D8}"/>
              </a:ext>
            </a:extLst>
          </p:cNvPr>
          <p:cNvSpPr>
            <a:spLocks xmlns:a="http://schemas.openxmlformats.org/drawingml/2006/main" noGrp="1"/>
          </p:cNvSpPr>
          <p:nvPr/>
        </p:nvSpPr>
        <p:spPr>
          <a:xfrm xmlns:a="http://schemas.openxmlformats.org/drawingml/2006/main">
            <a:off x="0" y="5867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4" name="rect-0821">
            <a:extLst xmlns:a="http://schemas.openxmlformats.org/drawingml/2006/main">
              <a:ext uri="{FF2B5EF4-FFF2-40B4-BE49-F238E27FC236}">
                <a16:creationId xmlns:a16="http://schemas.microsoft.com/office/drawing/2014/main" id="{4E200877-66F1-45C6-B7BB-C8BA776B1193}"/>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5" name="rect-0822">
            <a:extLst xmlns:a="http://schemas.openxmlformats.org/drawingml/2006/main">
              <a:ext uri="{FF2B5EF4-FFF2-40B4-BE49-F238E27FC236}">
                <a16:creationId xmlns:a16="http://schemas.microsoft.com/office/drawing/2014/main" id="{481E6BDD-DEEB-48B7-A177-1A0188DDF82C}"/>
              </a:ext>
            </a:extLst>
          </p:cNvPr>
          <p:cNvSpPr>
            <a:spLocks xmlns:a="http://schemas.openxmlformats.org/drawingml/2006/main" noGrp="1"/>
          </p:cNvSpPr>
          <p:nvPr/>
        </p:nvSpPr>
        <p:spPr>
          <a:xfrm xmlns:a="http://schemas.openxmlformats.org/drawingml/2006/main">
            <a:off x="0" y="0"/>
            <a:ext cx="3171825" cy="7620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26" name="rect-0823">
            <a:extLst xmlns:a="http://schemas.openxmlformats.org/drawingml/2006/main">
              <a:ext uri="{FF2B5EF4-FFF2-40B4-BE49-F238E27FC236}">
                <a16:creationId xmlns:a16="http://schemas.microsoft.com/office/drawing/2014/main" id="{6375D727-541D-404F-BE96-90B5DFBE360C}"/>
              </a:ext>
            </a:extLst>
          </p:cNvPr>
          <p:cNvSpPr>
            <a:spLocks xmlns:a="http://schemas.openxmlformats.org/drawingml/2006/main" noGrp="1"/>
          </p:cNvSpPr>
          <p:nvPr/>
        </p:nvSpPr>
        <p:spPr>
          <a:xfrm xmlns:a="http://schemas.openxmlformats.org/drawingml/2006/main">
            <a:off x="3171825" y="0"/>
            <a:ext cx="1952625" cy="76200"/>
          </a:xfrm>
          <a:prstGeom xmlns:a="http://schemas.openxmlformats.org/drawingml/2006/main" prst="rect">
            <a:avLst/>
          </a:prstGeom>
          <a:solidFill xmlns:a="http://schemas.openxmlformats.org/drawingml/2006/main">
            <a:srgbClr val="B8842F"/>
          </a:solidFill>
          <a:ln xmlns:a="http://schemas.openxmlformats.org/drawingml/2006/main" w="0">
            <a:noFill/>
            <a:prstDash val="solid"/>
          </a:ln>
        </p:spPr>
      </p:sp>
      <p:sp>
        <p:nvSpPr>
          <p:cNvPr id="27" name="rect-0824">
            <a:extLst xmlns:a="http://schemas.openxmlformats.org/drawingml/2006/main">
              <a:ext uri="{FF2B5EF4-FFF2-40B4-BE49-F238E27FC236}">
                <a16:creationId xmlns:a16="http://schemas.microsoft.com/office/drawing/2014/main" id="{C6A43CD7-B519-47EB-A55D-CE71FED0400F}"/>
              </a:ext>
            </a:extLst>
          </p:cNvPr>
          <p:cNvSpPr>
            <a:spLocks xmlns:a="http://schemas.openxmlformats.org/drawingml/2006/main" noGrp="1"/>
          </p:cNvSpPr>
          <p:nvPr/>
        </p:nvSpPr>
        <p:spPr>
          <a:xfrm xmlns:a="http://schemas.openxmlformats.org/drawingml/2006/main">
            <a:off x="5124450" y="0"/>
            <a:ext cx="7067550" cy="76200"/>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1ccd771d901c4c07">
            <a:extLst>
              <a:ext uri="{96DAC541-7B7A-43D3-8B79-37D633B846F1}">
                <asvg:svgBlip xmlns:asvg="http://schemas.microsoft.com/office/drawing/2016/SVG/main" r:embed="R66245c11842d4366"/>
              </a:ext>
            </a:extLst>
          </a:blip>
          <a:stretch xmlns:a="http://schemas.openxmlformats.org/drawingml/2006/main"/>
        </p:blipFill>
        <p:spPr>
          <a:xfrm xmlns:a="http://schemas.openxmlformats.org/drawingml/2006/main">
            <a:off x="9871043" y="289560"/>
            <a:ext cx="1863757" cy="539115"/>
          </a:xfrm>
          <a:prstGeom xmlns:a="http://schemas.openxmlformats.org/drawingml/2006/main" prst="rect">
            <a:avLst/>
          </a:prstGeom>
        </p:spPr>
      </p:pic>
      <p:sp>
        <p:nvSpPr>
          <p:cNvPr id="29" name="text-0825">
            <a:extLst xmlns:a="http://schemas.openxmlformats.org/drawingml/2006/main">
              <a:ext uri="{FF2B5EF4-FFF2-40B4-BE49-F238E27FC236}">
                <a16:creationId xmlns:a16="http://schemas.microsoft.com/office/drawing/2014/main" id="{B22FC6DE-32BF-4F48-B872-9AB6C172722D}"/>
              </a:ext>
            </a:extLst>
          </p:cNvPr>
          <p:cNvSpPr>
            <a:spLocks xmlns:a="http://schemas.openxmlformats.org/drawingml/2006/main" noGrp="1"/>
          </p:cNvSpPr>
          <p:nvPr/>
        </p:nvSpPr>
        <p:spPr>
          <a:xfrm xmlns:a="http://schemas.openxmlformats.org/drawingml/2006/main">
            <a:off x="685800" y="6572250"/>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87287"/>
                </a:solidFill>
                <a:latin typeface="PingFang SC"/>
                <a:ea typeface="PingFang SC"/>
                <a:cs typeface="PingFang SC"/>
              </a:defRPr>
            </a:pPr>
            <a:r>
              <a:rPr sz="825" b="0">
                <a:solidFill>
                  <a:srgbClr val="687287"/>
                </a:solidFill>
                <a:latin typeface="PingFang SC"/>
                <a:ea typeface="PingFang SC"/>
                <a:cs typeface="PingFang SC"/>
              </a:rPr>
              <a:t>开放东方 · AI使用培训</a:t>
            </a:r>
          </a:p>
        </p:txBody>
      </p:sp>
      <p:sp>
        <p:nvSpPr>
          <p:cNvPr id="30" name="text-0826">
            <a:extLst xmlns:a="http://schemas.openxmlformats.org/drawingml/2006/main">
              <a:ext uri="{FF2B5EF4-FFF2-40B4-BE49-F238E27FC236}">
                <a16:creationId xmlns:a16="http://schemas.microsoft.com/office/drawing/2014/main" id="{78FD2F1B-6618-4398-9AAE-6C9A64A8EF1D}"/>
              </a:ext>
            </a:extLst>
          </p:cNvPr>
          <p:cNvSpPr>
            <a:spLocks xmlns:a="http://schemas.openxmlformats.org/drawingml/2006/main" noGrp="1"/>
          </p:cNvSpPr>
          <p:nvPr/>
        </p:nvSpPr>
        <p:spPr>
          <a:xfrm xmlns:a="http://schemas.openxmlformats.org/drawingml/2006/main">
            <a:off x="11239500" y="65151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A74335"/>
                </a:solidFill>
                <a:latin typeface="PingFang SC"/>
                <a:ea typeface="PingFang SC"/>
                <a:cs typeface="PingFang SC"/>
              </a:defRPr>
            </a:pPr>
            <a:r>
              <a:rPr sz="975" b="1">
                <a:solidFill>
                  <a:srgbClr val="A74335"/>
                </a:solidFill>
                <a:latin typeface="PingFang SC"/>
                <a:ea typeface="PingFang SC"/>
                <a:cs typeface="PingFang SC"/>
              </a:rPr>
              <a:t>15</a:t>
            </a:r>
          </a:p>
        </p:txBody>
      </p:sp>
      <p:sp>
        <p:nvSpPr>
          <p:cNvPr id="31" name="rect-0827">
            <a:extLst xmlns:a="http://schemas.openxmlformats.org/drawingml/2006/main">
              <a:ext uri="{FF2B5EF4-FFF2-40B4-BE49-F238E27FC236}">
                <a16:creationId xmlns:a16="http://schemas.microsoft.com/office/drawing/2014/main" id="{5EEFC8C2-EA03-4B1D-916E-1F53E1F895DA}"/>
              </a:ext>
            </a:extLst>
          </p:cNvPr>
          <p:cNvSpPr>
            <a:spLocks xmlns:a="http://schemas.openxmlformats.org/drawingml/2006/main" noGrp="1"/>
          </p:cNvSpPr>
          <p:nvPr/>
        </p:nvSpPr>
        <p:spPr>
          <a:xfrm xmlns:a="http://schemas.openxmlformats.org/drawingml/2006/main">
            <a:off x="685800" y="619125"/>
            <a:ext cx="323850" cy="28575"/>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32" name="text-0828">
            <a:extLst xmlns:a="http://schemas.openxmlformats.org/drawingml/2006/main">
              <a:ext uri="{FF2B5EF4-FFF2-40B4-BE49-F238E27FC236}">
                <a16:creationId xmlns:a16="http://schemas.microsoft.com/office/drawing/2014/main" id="{776337AE-157A-442E-A6CB-143FEE3A31B4}"/>
              </a:ext>
            </a:extLst>
          </p:cNvPr>
          <p:cNvSpPr>
            <a:spLocks xmlns:a="http://schemas.openxmlformats.org/drawingml/2006/main" noGrp="1"/>
          </p:cNvSpPr>
          <p:nvPr/>
        </p:nvSpPr>
        <p:spPr>
          <a:xfrm xmlns:a="http://schemas.openxmlformats.org/drawingml/2006/main">
            <a:off x="1123950" y="504825"/>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335"/>
                </a:solidFill>
                <a:latin typeface="PingFang SC"/>
                <a:ea typeface="PingFang SC"/>
                <a:cs typeface="PingFang SC"/>
              </a:defRPr>
            </a:pPr>
            <a:r>
              <a:rPr sz="1125" b="1">
                <a:solidFill>
                  <a:srgbClr val="A74335"/>
                </a:solidFill>
                <a:latin typeface="PingFang SC"/>
                <a:ea typeface="PingFang SC"/>
                <a:cs typeface="PingFang SC"/>
              </a:rPr>
              <a:t>14 · 能力越强，边界越要清楚</a:t>
            </a:r>
          </a:p>
        </p:txBody>
      </p:sp>
      <p:sp>
        <p:nvSpPr>
          <p:cNvPr id="33" name="text-0829">
            <a:extLst xmlns:a="http://schemas.openxmlformats.org/drawingml/2006/main">
              <a:ext uri="{FF2B5EF4-FFF2-40B4-BE49-F238E27FC236}">
                <a16:creationId xmlns:a16="http://schemas.microsoft.com/office/drawing/2014/main" id="{0067E781-DD44-4E6F-83DA-4EAB55CE50EA}"/>
              </a:ext>
            </a:extLst>
          </p:cNvPr>
          <p:cNvSpPr>
            <a:spLocks xmlns:a="http://schemas.openxmlformats.org/drawingml/2006/main" noGrp="1"/>
          </p:cNvSpPr>
          <p:nvPr/>
        </p:nvSpPr>
        <p:spPr>
          <a:xfrm xmlns:a="http://schemas.openxmlformats.org/drawingml/2006/main">
            <a:off x="685800" y="981075"/>
            <a:ext cx="108204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l">
              <a:lnSpc>
                <a:spcPct val="95000"/>
              </a:lnSpc>
              <a:buNone/>
              <a:defRPr sz="3900" b="1">
                <a:solidFill>
                  <a:srgbClr val="182338"/>
                </a:solidFill>
                <a:latin typeface="Songti SC"/>
                <a:ea typeface="Songti SC"/>
                <a:cs typeface="Songti SC"/>
              </a:defRPr>
            </a:pPr>
            <a:r>
              <a:rPr sz="3900" b="1">
                <a:solidFill>
                  <a:srgbClr val="182338"/>
                </a:solidFill>
                <a:latin typeface="Songti SC"/>
                <a:ea typeface="Songti SC"/>
                <a:cs typeface="Songti SC"/>
              </a:rPr>
              <a:t>AI可以参与工作，</a:t>
            </a:r>
          </a:p>
          <a:p xmlns:a="http://schemas.openxmlformats.org/drawingml/2006/main">
            <a:pPr algn="l">
              <a:lnSpc>
                <a:spcPct val="95000"/>
              </a:lnSpc>
              <a:buNone/>
              <a:defRPr sz="3900" b="1">
                <a:solidFill>
                  <a:srgbClr val="182338"/>
                </a:solidFill>
                <a:latin typeface="Songti SC"/>
                <a:ea typeface="Songti SC"/>
                <a:cs typeface="Songti SC"/>
              </a:defRPr>
            </a:pPr>
            <a:r>
              <a:rPr sz="3900" b="1">
                <a:solidFill>
                  <a:srgbClr val="182338"/>
                </a:solidFill>
                <a:latin typeface="Songti SC"/>
                <a:ea typeface="Songti SC"/>
                <a:cs typeface="Songti SC"/>
              </a:rPr>
              <a:t>但责任不能自动转移</a:t>
            </a:r>
          </a:p>
        </p:txBody>
      </p:sp>
      <p:sp>
        <p:nvSpPr>
          <p:cNvPr id="34" name="rect-0830">
            <a:extLst xmlns:a="http://schemas.openxmlformats.org/drawingml/2006/main">
              <a:ext uri="{FF2B5EF4-FFF2-40B4-BE49-F238E27FC236}">
                <a16:creationId xmlns:a16="http://schemas.microsoft.com/office/drawing/2014/main" id="{E55A5656-0312-4E3A-9C79-6CBF18E62245}"/>
              </a:ext>
            </a:extLst>
          </p:cNvPr>
          <p:cNvSpPr>
            <a:spLocks xmlns:a="http://schemas.openxmlformats.org/drawingml/2006/main" noGrp="1"/>
          </p:cNvSpPr>
          <p:nvPr/>
        </p:nvSpPr>
        <p:spPr>
          <a:xfrm xmlns:a="http://schemas.openxmlformats.org/drawingml/2006/main">
            <a:off x="685800" y="2381250"/>
            <a:ext cx="5219700" cy="2333625"/>
          </a:xfrm>
          <a:prstGeom xmlns:a="http://schemas.openxmlformats.org/drawingml/2006/main" prst="rect">
            <a:avLst/>
          </a:prstGeom>
          <a:solidFill xmlns:a="http://schemas.openxmlformats.org/drawingml/2006/main">
            <a:srgbClr val="FFFDF8"/>
          </a:solidFill>
          <a:ln xmlns:a="http://schemas.openxmlformats.org/drawingml/2006/main" w="9525">
            <a:solidFill>
              <a:srgbClr val="D8D2C5"/>
            </a:solidFill>
            <a:prstDash val="solid"/>
          </a:ln>
        </p:spPr>
      </p:sp>
      <p:sp>
        <p:nvSpPr>
          <p:cNvPr id="35" name="rect-0831">
            <a:extLst xmlns:a="http://schemas.openxmlformats.org/drawingml/2006/main">
              <a:ext uri="{FF2B5EF4-FFF2-40B4-BE49-F238E27FC236}">
                <a16:creationId xmlns:a16="http://schemas.microsoft.com/office/drawing/2014/main" id="{F6BA9914-758E-4F5C-8BEA-D17767CEC51A}"/>
              </a:ext>
            </a:extLst>
          </p:cNvPr>
          <p:cNvSpPr>
            <a:spLocks xmlns:a="http://schemas.openxmlformats.org/drawingml/2006/main" noGrp="1"/>
          </p:cNvSpPr>
          <p:nvPr/>
        </p:nvSpPr>
        <p:spPr>
          <a:xfrm xmlns:a="http://schemas.openxmlformats.org/drawingml/2006/main">
            <a:off x="685800" y="2381250"/>
            <a:ext cx="66675" cy="2333625"/>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sp>
        <p:nvSpPr>
          <p:cNvPr id="36" name="text-0832">
            <a:extLst xmlns:a="http://schemas.openxmlformats.org/drawingml/2006/main">
              <a:ext uri="{FF2B5EF4-FFF2-40B4-BE49-F238E27FC236}">
                <a16:creationId xmlns:a16="http://schemas.microsoft.com/office/drawing/2014/main" id="{76668CE7-A72A-4E5B-8A6D-BEC413AE3B8E}"/>
              </a:ext>
            </a:extLst>
          </p:cNvPr>
          <p:cNvSpPr>
            <a:spLocks xmlns:a="http://schemas.openxmlformats.org/drawingml/2006/main" noGrp="1"/>
          </p:cNvSpPr>
          <p:nvPr/>
        </p:nvSpPr>
        <p:spPr>
          <a:xfrm xmlns:a="http://schemas.openxmlformats.org/drawingml/2006/main">
            <a:off x="990600" y="264795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2F5F83"/>
                </a:solidFill>
                <a:latin typeface="PingFang SC"/>
                <a:ea typeface="PingFang SC"/>
                <a:cs typeface="PingFang SC"/>
              </a:defRPr>
            </a:pPr>
            <a:r>
              <a:rPr sz="2175" b="1">
                <a:solidFill>
                  <a:srgbClr val="2F5F83"/>
                </a:solidFill>
                <a:latin typeface="PingFang SC"/>
                <a:ea typeface="PingFang SC"/>
                <a:cs typeface="PingFang SC"/>
              </a:rPr>
              <a:t>AI适合辅助</a:t>
            </a:r>
          </a:p>
        </p:txBody>
      </p:sp>
      <p:sp>
        <p:nvSpPr>
          <p:cNvPr id="37" name="text-0833">
            <a:extLst xmlns:a="http://schemas.openxmlformats.org/drawingml/2006/main">
              <a:ext uri="{FF2B5EF4-FFF2-40B4-BE49-F238E27FC236}">
                <a16:creationId xmlns:a16="http://schemas.microsoft.com/office/drawing/2014/main" id="{4880859E-481B-4284-98BA-17E1706410C7}"/>
              </a:ext>
            </a:extLst>
          </p:cNvPr>
          <p:cNvSpPr>
            <a:spLocks xmlns:a="http://schemas.openxmlformats.org/drawingml/2006/main" noGrp="1"/>
          </p:cNvSpPr>
          <p:nvPr/>
        </p:nvSpPr>
        <p:spPr>
          <a:xfrm xmlns:a="http://schemas.openxmlformats.org/drawingml/2006/main">
            <a:off x="1028700" y="3238500"/>
            <a:ext cx="4286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182338"/>
                </a:solidFill>
                <a:latin typeface="PingFang SC"/>
                <a:ea typeface="PingFang SC"/>
                <a:cs typeface="PingFang SC"/>
              </a:defRPr>
            </a:pPr>
            <a:r>
              <a:rPr sz="1500" b="0">
                <a:solidFill>
                  <a:srgbClr val="182338"/>
                </a:solidFill>
                <a:latin typeface="PingFang SC"/>
                <a:ea typeface="PingFang SC"/>
                <a:cs typeface="PingFang SC"/>
              </a:rPr>
              <a:t>• 搜索和整理授权资料</a:t>
            </a:r>
          </a:p>
          <a:p xmlns:a="http://schemas.openxmlformats.org/drawingml/2006/main">
            <a:pPr algn="l">
              <a:lnSpc>
                <a:spcPct val="118000"/>
              </a:lnSpc>
              <a:buNone/>
              <a:defRPr sz="1500" b="0">
                <a:solidFill>
                  <a:srgbClr val="182338"/>
                </a:solidFill>
                <a:latin typeface="PingFang SC"/>
                <a:ea typeface="PingFang SC"/>
                <a:cs typeface="PingFang SC"/>
              </a:defRPr>
            </a:pPr>
            <a:r>
              <a:rPr sz="1500" b="0">
                <a:solidFill>
                  <a:srgbClr val="182338"/>
                </a:solidFill>
                <a:latin typeface="PingFang SC"/>
                <a:ea typeface="PingFang SC"/>
                <a:cs typeface="PingFang SC"/>
              </a:rPr>
              <a:t>• 生成候选方案与初稿</a:t>
            </a:r>
          </a:p>
          <a:p xmlns:a="http://schemas.openxmlformats.org/drawingml/2006/main">
            <a:pPr algn="l">
              <a:lnSpc>
                <a:spcPct val="118000"/>
              </a:lnSpc>
              <a:buNone/>
              <a:defRPr sz="1500" b="0">
                <a:solidFill>
                  <a:srgbClr val="182338"/>
                </a:solidFill>
                <a:latin typeface="PingFang SC"/>
                <a:ea typeface="PingFang SC"/>
                <a:cs typeface="PingFang SC"/>
              </a:defRPr>
            </a:pPr>
            <a:r>
              <a:rPr sz="1500" b="0">
                <a:solidFill>
                  <a:srgbClr val="182338"/>
                </a:solidFill>
                <a:latin typeface="PingFang SC"/>
                <a:ea typeface="PingFang SC"/>
                <a:cs typeface="PingFang SC"/>
              </a:rPr>
              <a:t>• 比较、归纳和格式转换</a:t>
            </a:r>
          </a:p>
          <a:p xmlns:a="http://schemas.openxmlformats.org/drawingml/2006/main">
            <a:pPr algn="l">
              <a:lnSpc>
                <a:spcPct val="118000"/>
              </a:lnSpc>
              <a:buNone/>
              <a:defRPr sz="1500" b="0">
                <a:solidFill>
                  <a:srgbClr val="182338"/>
                </a:solidFill>
                <a:latin typeface="PingFang SC"/>
                <a:ea typeface="PingFang SC"/>
                <a:cs typeface="PingFang SC"/>
              </a:defRPr>
            </a:pPr>
            <a:r>
              <a:rPr sz="1500" b="0">
                <a:solidFill>
                  <a:srgbClr val="182338"/>
                </a:solidFill>
                <a:latin typeface="PingFang SC"/>
                <a:ea typeface="PingFang SC"/>
                <a:cs typeface="PingFang SC"/>
              </a:rPr>
              <a:t>• 在明确权限内执行重复步骤</a:t>
            </a:r>
          </a:p>
        </p:txBody>
      </p:sp>
      <p:sp>
        <p:nvSpPr>
          <p:cNvPr id="38" name="rect-0834">
            <a:extLst xmlns:a="http://schemas.openxmlformats.org/drawingml/2006/main">
              <a:ext uri="{FF2B5EF4-FFF2-40B4-BE49-F238E27FC236}">
                <a16:creationId xmlns:a16="http://schemas.microsoft.com/office/drawing/2014/main" id="{FDDA1489-0B4A-46D4-9F45-B515D3DF9828}"/>
              </a:ext>
            </a:extLst>
          </p:cNvPr>
          <p:cNvSpPr>
            <a:spLocks xmlns:a="http://schemas.openxmlformats.org/drawingml/2006/main" noGrp="1"/>
          </p:cNvSpPr>
          <p:nvPr/>
        </p:nvSpPr>
        <p:spPr>
          <a:xfrm xmlns:a="http://schemas.openxmlformats.org/drawingml/2006/main">
            <a:off x="6286500" y="2381250"/>
            <a:ext cx="5219700" cy="2333625"/>
          </a:xfrm>
          <a:prstGeom xmlns:a="http://schemas.openxmlformats.org/drawingml/2006/main" prst="rect">
            <a:avLst/>
          </a:prstGeom>
          <a:solidFill xmlns:a="http://schemas.openxmlformats.org/drawingml/2006/main">
            <a:srgbClr val="FFFDF8"/>
          </a:solidFill>
          <a:ln xmlns:a="http://schemas.openxmlformats.org/drawingml/2006/main" w="9525">
            <a:solidFill>
              <a:srgbClr val="D8D2C5"/>
            </a:solidFill>
            <a:prstDash val="solid"/>
          </a:ln>
        </p:spPr>
      </p:sp>
      <p:sp>
        <p:nvSpPr>
          <p:cNvPr id="39" name="rect-0835">
            <a:extLst xmlns:a="http://schemas.openxmlformats.org/drawingml/2006/main">
              <a:ext uri="{FF2B5EF4-FFF2-40B4-BE49-F238E27FC236}">
                <a16:creationId xmlns:a16="http://schemas.microsoft.com/office/drawing/2014/main" id="{FBE0C06E-E9B7-413B-BBE5-C36566DEF0B8}"/>
              </a:ext>
            </a:extLst>
          </p:cNvPr>
          <p:cNvSpPr>
            <a:spLocks xmlns:a="http://schemas.openxmlformats.org/drawingml/2006/main" noGrp="1"/>
          </p:cNvSpPr>
          <p:nvPr/>
        </p:nvSpPr>
        <p:spPr>
          <a:xfrm xmlns:a="http://schemas.openxmlformats.org/drawingml/2006/main">
            <a:off x="6286500" y="2381250"/>
            <a:ext cx="66675" cy="2333625"/>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40" name="text-0836">
            <a:extLst xmlns:a="http://schemas.openxmlformats.org/drawingml/2006/main">
              <a:ext uri="{FF2B5EF4-FFF2-40B4-BE49-F238E27FC236}">
                <a16:creationId xmlns:a16="http://schemas.microsoft.com/office/drawing/2014/main" id="{E352422C-7F7D-4194-BE48-5CCAB663B062}"/>
              </a:ext>
            </a:extLst>
          </p:cNvPr>
          <p:cNvSpPr>
            <a:spLocks xmlns:a="http://schemas.openxmlformats.org/drawingml/2006/main" noGrp="1"/>
          </p:cNvSpPr>
          <p:nvPr/>
        </p:nvSpPr>
        <p:spPr>
          <a:xfrm xmlns:a="http://schemas.openxmlformats.org/drawingml/2006/main">
            <a:off x="6591300" y="264795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A74335"/>
                </a:solidFill>
                <a:latin typeface="PingFang SC"/>
                <a:ea typeface="PingFang SC"/>
                <a:cs typeface="PingFang SC"/>
              </a:defRPr>
            </a:pPr>
            <a:r>
              <a:rPr sz="2175" b="1">
                <a:solidFill>
                  <a:srgbClr val="A74335"/>
                </a:solidFill>
                <a:latin typeface="PingFang SC"/>
                <a:ea typeface="PingFang SC"/>
                <a:cs typeface="PingFang SC"/>
              </a:rPr>
              <a:t>人必须负责</a:t>
            </a:r>
          </a:p>
        </p:txBody>
      </p:sp>
      <p:sp>
        <p:nvSpPr>
          <p:cNvPr id="41" name="text-0837">
            <a:extLst xmlns:a="http://schemas.openxmlformats.org/drawingml/2006/main">
              <a:ext uri="{FF2B5EF4-FFF2-40B4-BE49-F238E27FC236}">
                <a16:creationId xmlns:a16="http://schemas.microsoft.com/office/drawing/2014/main" id="{72C76B0B-7084-41C1-9153-4E79181B8071}"/>
              </a:ext>
            </a:extLst>
          </p:cNvPr>
          <p:cNvSpPr>
            <a:spLocks xmlns:a="http://schemas.openxmlformats.org/drawingml/2006/main" noGrp="1"/>
          </p:cNvSpPr>
          <p:nvPr/>
        </p:nvSpPr>
        <p:spPr>
          <a:xfrm xmlns:a="http://schemas.openxmlformats.org/drawingml/2006/main">
            <a:off x="6629400" y="3238500"/>
            <a:ext cx="4286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182338"/>
                </a:solidFill>
                <a:latin typeface="PingFang SC"/>
                <a:ea typeface="PingFang SC"/>
                <a:cs typeface="PingFang SC"/>
              </a:defRPr>
            </a:pPr>
            <a:r>
              <a:rPr sz="1500" b="0">
                <a:solidFill>
                  <a:srgbClr val="182338"/>
                </a:solidFill>
                <a:latin typeface="PingFang SC"/>
                <a:ea typeface="PingFang SC"/>
                <a:cs typeface="PingFang SC"/>
              </a:rPr>
              <a:t>• 价值目标与政策口径</a:t>
            </a:r>
          </a:p>
          <a:p xmlns:a="http://schemas.openxmlformats.org/drawingml/2006/main">
            <a:pPr algn="l">
              <a:lnSpc>
                <a:spcPct val="118000"/>
              </a:lnSpc>
              <a:buNone/>
              <a:defRPr sz="1500" b="0">
                <a:solidFill>
                  <a:srgbClr val="182338"/>
                </a:solidFill>
                <a:latin typeface="PingFang SC"/>
                <a:ea typeface="PingFang SC"/>
                <a:cs typeface="PingFang SC"/>
              </a:defRPr>
            </a:pPr>
            <a:r>
              <a:rPr sz="1500" b="0">
                <a:solidFill>
                  <a:srgbClr val="182338"/>
                </a:solidFill>
                <a:latin typeface="PingFang SC"/>
                <a:ea typeface="PingFang SC"/>
                <a:cs typeface="PingFang SC"/>
              </a:rPr>
              <a:t>• 敏感数据与权限决定</a:t>
            </a:r>
          </a:p>
          <a:p xmlns:a="http://schemas.openxmlformats.org/drawingml/2006/main">
            <a:pPr algn="l">
              <a:lnSpc>
                <a:spcPct val="118000"/>
              </a:lnSpc>
              <a:buNone/>
              <a:defRPr sz="1500" b="0">
                <a:solidFill>
                  <a:srgbClr val="182338"/>
                </a:solidFill>
                <a:latin typeface="PingFang SC"/>
                <a:ea typeface="PingFang SC"/>
                <a:cs typeface="PingFang SC"/>
              </a:defRPr>
            </a:pPr>
            <a:r>
              <a:rPr sz="1500" b="0">
                <a:solidFill>
                  <a:srgbClr val="182338"/>
                </a:solidFill>
                <a:latin typeface="PingFang SC"/>
                <a:ea typeface="PingFang SC"/>
                <a:cs typeface="PingFang SC"/>
              </a:rPr>
              <a:t>• 关键事实和专业判断</a:t>
            </a:r>
          </a:p>
          <a:p xmlns:a="http://schemas.openxmlformats.org/drawingml/2006/main">
            <a:pPr algn="l">
              <a:lnSpc>
                <a:spcPct val="118000"/>
              </a:lnSpc>
              <a:buNone/>
              <a:defRPr sz="1500" b="0">
                <a:solidFill>
                  <a:srgbClr val="182338"/>
                </a:solidFill>
                <a:latin typeface="PingFang SC"/>
                <a:ea typeface="PingFang SC"/>
                <a:cs typeface="PingFang SC"/>
              </a:defRPr>
            </a:pPr>
            <a:r>
              <a:rPr sz="1500" b="0">
                <a:solidFill>
                  <a:srgbClr val="182338"/>
                </a:solidFill>
                <a:latin typeface="PingFang SC"/>
                <a:ea typeface="PingFang SC"/>
                <a:cs typeface="PingFang SC"/>
              </a:rPr>
              <a:t>• 正式发布、外部行动与后果</a:t>
            </a:r>
          </a:p>
        </p:txBody>
      </p:sp>
      <p:sp>
        <p:nvSpPr>
          <p:cNvPr id="42" name="rect-0838">
            <a:extLst xmlns:a="http://schemas.openxmlformats.org/drawingml/2006/main">
              <a:ext uri="{FF2B5EF4-FFF2-40B4-BE49-F238E27FC236}">
                <a16:creationId xmlns:a16="http://schemas.microsoft.com/office/drawing/2014/main" id="{DC691D5F-8B2A-41A8-B1A0-A2791F233AE0}"/>
              </a:ext>
            </a:extLst>
          </p:cNvPr>
          <p:cNvSpPr>
            <a:spLocks xmlns:a="http://schemas.openxmlformats.org/drawingml/2006/main" noGrp="1"/>
          </p:cNvSpPr>
          <p:nvPr/>
        </p:nvSpPr>
        <p:spPr>
          <a:xfrm xmlns:a="http://schemas.openxmlformats.org/drawingml/2006/main">
            <a:off x="685800" y="5048250"/>
            <a:ext cx="3429000" cy="666750"/>
          </a:xfrm>
          <a:prstGeom xmlns:a="http://schemas.openxmlformats.org/drawingml/2006/main" prst="rect">
            <a:avLst/>
          </a:prstGeom>
          <a:solidFill xmlns:a="http://schemas.openxmlformats.org/drawingml/2006/main">
            <a:srgbClr val="F2DDD6"/>
          </a:solidFill>
          <a:ln xmlns:a="http://schemas.openxmlformats.org/drawingml/2006/main" w="9525">
            <a:solidFill>
              <a:srgbClr val="A74335"/>
            </a:solidFill>
            <a:prstDash val="solid"/>
          </a:ln>
        </p:spPr>
      </p:sp>
      <p:sp>
        <p:nvSpPr>
          <p:cNvPr id="43" name="text-0839">
            <a:extLst xmlns:a="http://schemas.openxmlformats.org/drawingml/2006/main">
              <a:ext uri="{FF2B5EF4-FFF2-40B4-BE49-F238E27FC236}">
                <a16:creationId xmlns:a16="http://schemas.microsoft.com/office/drawing/2014/main" id="{1EFD26FE-E58B-4796-BD8B-BA47D33F5F26}"/>
              </a:ext>
            </a:extLst>
          </p:cNvPr>
          <p:cNvSpPr>
            <a:spLocks xmlns:a="http://schemas.openxmlformats.org/drawingml/2006/main" noGrp="1"/>
          </p:cNvSpPr>
          <p:nvPr/>
        </p:nvSpPr>
        <p:spPr>
          <a:xfrm xmlns:a="http://schemas.openxmlformats.org/drawingml/2006/main">
            <a:off x="838200" y="5229225"/>
            <a:ext cx="312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A74335"/>
                </a:solidFill>
                <a:latin typeface="PingFang SC"/>
                <a:ea typeface="PingFang SC"/>
                <a:cs typeface="PingFang SC"/>
              </a:defRPr>
            </a:pPr>
            <a:r>
              <a:rPr sz="1575" b="1">
                <a:solidFill>
                  <a:srgbClr val="A74335"/>
                </a:solidFill>
                <a:latin typeface="PingFang SC"/>
                <a:ea typeface="PingFang SC"/>
                <a:cs typeface="PingFang SC"/>
              </a:rPr>
              <a:t>生成 ≠ 正确</a:t>
            </a:r>
          </a:p>
        </p:txBody>
      </p:sp>
      <p:sp>
        <p:nvSpPr>
          <p:cNvPr id="44" name="rect-0840">
            <a:extLst xmlns:a="http://schemas.openxmlformats.org/drawingml/2006/main">
              <a:ext uri="{FF2B5EF4-FFF2-40B4-BE49-F238E27FC236}">
                <a16:creationId xmlns:a16="http://schemas.microsoft.com/office/drawing/2014/main" id="{0435BF2C-7B1A-4722-900F-E62E5160D94D}"/>
              </a:ext>
            </a:extLst>
          </p:cNvPr>
          <p:cNvSpPr>
            <a:spLocks xmlns:a="http://schemas.openxmlformats.org/drawingml/2006/main" noGrp="1"/>
          </p:cNvSpPr>
          <p:nvPr/>
        </p:nvSpPr>
        <p:spPr>
          <a:xfrm xmlns:a="http://schemas.openxmlformats.org/drawingml/2006/main">
            <a:off x="4324350" y="5048250"/>
            <a:ext cx="3429000" cy="666750"/>
          </a:xfrm>
          <a:prstGeom xmlns:a="http://schemas.openxmlformats.org/drawingml/2006/main" prst="rect">
            <a:avLst/>
          </a:prstGeom>
          <a:solidFill xmlns:a="http://schemas.openxmlformats.org/drawingml/2006/main">
            <a:srgbClr val="F2DDD6"/>
          </a:solidFill>
          <a:ln xmlns:a="http://schemas.openxmlformats.org/drawingml/2006/main" w="9525">
            <a:solidFill>
              <a:srgbClr val="A74335"/>
            </a:solidFill>
            <a:prstDash val="solid"/>
          </a:ln>
        </p:spPr>
      </p:sp>
      <p:sp>
        <p:nvSpPr>
          <p:cNvPr id="45" name="text-0841">
            <a:extLst xmlns:a="http://schemas.openxmlformats.org/drawingml/2006/main">
              <a:ext uri="{FF2B5EF4-FFF2-40B4-BE49-F238E27FC236}">
                <a16:creationId xmlns:a16="http://schemas.microsoft.com/office/drawing/2014/main" id="{7F8F28B4-3F12-40D6-9403-595EE408D92F}"/>
              </a:ext>
            </a:extLst>
          </p:cNvPr>
          <p:cNvSpPr>
            <a:spLocks xmlns:a="http://schemas.openxmlformats.org/drawingml/2006/main" noGrp="1"/>
          </p:cNvSpPr>
          <p:nvPr/>
        </p:nvSpPr>
        <p:spPr>
          <a:xfrm xmlns:a="http://schemas.openxmlformats.org/drawingml/2006/main">
            <a:off x="4476750" y="5229225"/>
            <a:ext cx="312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A74335"/>
                </a:solidFill>
                <a:latin typeface="PingFang SC"/>
                <a:ea typeface="PingFang SC"/>
                <a:cs typeface="PingFang SC"/>
              </a:defRPr>
            </a:pPr>
            <a:r>
              <a:rPr sz="1575" b="1">
                <a:solidFill>
                  <a:srgbClr val="A74335"/>
                </a:solidFill>
                <a:latin typeface="PingFang SC"/>
                <a:ea typeface="PingFang SC"/>
                <a:cs typeface="PingFang SC"/>
              </a:rPr>
              <a:t>本地可用 ≠ 正式通过</a:t>
            </a:r>
          </a:p>
        </p:txBody>
      </p:sp>
      <p:sp>
        <p:nvSpPr>
          <p:cNvPr id="46" name="rect-0842">
            <a:extLst xmlns:a="http://schemas.openxmlformats.org/drawingml/2006/main">
              <a:ext uri="{FF2B5EF4-FFF2-40B4-BE49-F238E27FC236}">
                <a16:creationId xmlns:a16="http://schemas.microsoft.com/office/drawing/2014/main" id="{A05ECF97-83BE-43E3-B867-7A03C44007E9}"/>
              </a:ext>
            </a:extLst>
          </p:cNvPr>
          <p:cNvSpPr>
            <a:spLocks xmlns:a="http://schemas.openxmlformats.org/drawingml/2006/main" noGrp="1"/>
          </p:cNvSpPr>
          <p:nvPr/>
        </p:nvSpPr>
        <p:spPr>
          <a:xfrm xmlns:a="http://schemas.openxmlformats.org/drawingml/2006/main">
            <a:off x="7962900" y="5048250"/>
            <a:ext cx="3429000" cy="666750"/>
          </a:xfrm>
          <a:prstGeom xmlns:a="http://schemas.openxmlformats.org/drawingml/2006/main" prst="rect">
            <a:avLst/>
          </a:prstGeom>
          <a:solidFill xmlns:a="http://schemas.openxmlformats.org/drawingml/2006/main">
            <a:srgbClr val="F2DDD6"/>
          </a:solidFill>
          <a:ln xmlns:a="http://schemas.openxmlformats.org/drawingml/2006/main" w="9525">
            <a:solidFill>
              <a:srgbClr val="A74335"/>
            </a:solidFill>
            <a:prstDash val="solid"/>
          </a:ln>
        </p:spPr>
      </p:sp>
      <p:sp>
        <p:nvSpPr>
          <p:cNvPr id="47" name="text-0843">
            <a:extLst xmlns:a="http://schemas.openxmlformats.org/drawingml/2006/main">
              <a:ext uri="{FF2B5EF4-FFF2-40B4-BE49-F238E27FC236}">
                <a16:creationId xmlns:a16="http://schemas.microsoft.com/office/drawing/2014/main" id="{FD6CD0A1-A8ED-4E33-B861-BF2997D0AAAF}"/>
              </a:ext>
            </a:extLst>
          </p:cNvPr>
          <p:cNvSpPr>
            <a:spLocks xmlns:a="http://schemas.openxmlformats.org/drawingml/2006/main" noGrp="1"/>
          </p:cNvSpPr>
          <p:nvPr/>
        </p:nvSpPr>
        <p:spPr>
          <a:xfrm xmlns:a="http://schemas.openxmlformats.org/drawingml/2006/main">
            <a:off x="8115300" y="5229225"/>
            <a:ext cx="312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A74335"/>
                </a:solidFill>
                <a:latin typeface="PingFang SC"/>
                <a:ea typeface="PingFang SC"/>
                <a:cs typeface="PingFang SC"/>
              </a:defRPr>
            </a:pPr>
            <a:r>
              <a:rPr sz="1575" b="1">
                <a:solidFill>
                  <a:srgbClr val="A74335"/>
                </a:solidFill>
                <a:latin typeface="PingFang SC"/>
                <a:ea typeface="PingFang SC"/>
                <a:cs typeface="PingFang SC"/>
              </a:rPr>
              <a:t>自动完成 ≠ 责任转移</a:t>
            </a:r>
          </a:p>
        </p:txBody>
      </p:sp>
      <p:sp>
        <p:nvSpPr>
          <p:cNvPr id="48" name="text-0844">
            <a:extLst xmlns:a="http://schemas.openxmlformats.org/drawingml/2006/main">
              <a:ext uri="{FF2B5EF4-FFF2-40B4-BE49-F238E27FC236}">
                <a16:creationId xmlns:a16="http://schemas.microsoft.com/office/drawing/2014/main" id="{38B1A795-0E7A-4985-8CA3-104C60DA178C}"/>
              </a:ext>
            </a:extLst>
          </p:cNvPr>
          <p:cNvSpPr>
            <a:spLocks xmlns:a="http://schemas.openxmlformats.org/drawingml/2006/main" noGrp="1"/>
          </p:cNvSpPr>
          <p:nvPr/>
        </p:nvSpPr>
        <p:spPr>
          <a:xfrm xmlns:a="http://schemas.openxmlformats.org/drawingml/2006/main">
            <a:off x="819150" y="5934075"/>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687287"/>
                </a:solidFill>
                <a:latin typeface="PingFang SC"/>
                <a:ea typeface="PingFang SC"/>
                <a:cs typeface="PingFang SC"/>
              </a:defRPr>
            </a:pPr>
            <a:r>
              <a:rPr sz="1275" b="0">
                <a:solidFill>
                  <a:srgbClr val="687287"/>
                </a:solidFill>
                <a:latin typeface="PingFang SC"/>
                <a:ea typeface="PingFang SC"/>
                <a:cs typeface="PingFang SC"/>
              </a:rPr>
              <a:t>关键事实必须核验；正式发布、外部行动和不可逆操作必须保留人工批准。</a:t>
            </a:r>
          </a:p>
        </p:txBody>
      </p:sp>
    </p:spTree>
    <p:extLst>
      <p:ext uri="{BB962C8B-B14F-4D97-AF65-F5344CB8AC3E}">
        <p14:creationId xmlns:p14="http://schemas.microsoft.com/office/powerpoint/2010/main" val="1299967086"/>
      </p:ext>
    </p:extLst>
  </p:cSld>
</p:sld>
</file>

<file path=ppt/slides/slide1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41" name="rect-0845">
            <a:extLst xmlns:a="http://schemas.openxmlformats.org/drawingml/2006/main">
              <a:ext uri="{FF2B5EF4-FFF2-40B4-BE49-F238E27FC236}">
                <a16:creationId xmlns:a16="http://schemas.microsoft.com/office/drawing/2014/main" id="{B29DB727-57A1-4A43-8933-33A6BE6E31C1}"/>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 name="rect-0846">
            <a:extLst xmlns:a="http://schemas.openxmlformats.org/drawingml/2006/main">
              <a:ext uri="{FF2B5EF4-FFF2-40B4-BE49-F238E27FC236}">
                <a16:creationId xmlns:a16="http://schemas.microsoft.com/office/drawing/2014/main" id="{366B584F-BE55-4794-A7B1-ADBA1692A7FF}"/>
              </a:ext>
            </a:extLst>
          </p:cNvPr>
          <p:cNvSpPr>
            <a:spLocks xmlns:a="http://schemas.openxmlformats.org/drawingml/2006/main" noGrp="1"/>
          </p:cNvSpPr>
          <p:nvPr/>
        </p:nvSpPr>
        <p:spPr>
          <a:xfrm xmlns:a="http://schemas.openxmlformats.org/drawingml/2006/main">
            <a:off x="838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3" name="rect-0847">
            <a:extLst xmlns:a="http://schemas.openxmlformats.org/drawingml/2006/main">
              <a:ext uri="{FF2B5EF4-FFF2-40B4-BE49-F238E27FC236}">
                <a16:creationId xmlns:a16="http://schemas.microsoft.com/office/drawing/2014/main" id="{CB537A9C-5E00-4AF2-B6B3-4E137E01BE95}"/>
              </a:ext>
            </a:extLst>
          </p:cNvPr>
          <p:cNvSpPr>
            <a:spLocks xmlns:a="http://schemas.openxmlformats.org/drawingml/2006/main" noGrp="1"/>
          </p:cNvSpPr>
          <p:nvPr/>
        </p:nvSpPr>
        <p:spPr>
          <a:xfrm xmlns:a="http://schemas.openxmlformats.org/drawingml/2006/main">
            <a:off x="1676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4" name="rect-0848">
            <a:extLst xmlns:a="http://schemas.openxmlformats.org/drawingml/2006/main">
              <a:ext uri="{FF2B5EF4-FFF2-40B4-BE49-F238E27FC236}">
                <a16:creationId xmlns:a16="http://schemas.microsoft.com/office/drawing/2014/main" id="{5F26CFAD-5DEE-4E02-8A4B-4F406784A55E}"/>
              </a:ext>
            </a:extLst>
          </p:cNvPr>
          <p:cNvSpPr>
            <a:spLocks xmlns:a="http://schemas.openxmlformats.org/drawingml/2006/main" noGrp="1"/>
          </p:cNvSpPr>
          <p:nvPr/>
        </p:nvSpPr>
        <p:spPr>
          <a:xfrm xmlns:a="http://schemas.openxmlformats.org/drawingml/2006/main">
            <a:off x="2514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5" name="rect-0849">
            <a:extLst xmlns:a="http://schemas.openxmlformats.org/drawingml/2006/main">
              <a:ext uri="{FF2B5EF4-FFF2-40B4-BE49-F238E27FC236}">
                <a16:creationId xmlns:a16="http://schemas.microsoft.com/office/drawing/2014/main" id="{878CFAC1-1451-4159-B841-83CDD6C6ECDA}"/>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6" name="rect-0850">
            <a:extLst xmlns:a="http://schemas.openxmlformats.org/drawingml/2006/main">
              <a:ext uri="{FF2B5EF4-FFF2-40B4-BE49-F238E27FC236}">
                <a16:creationId xmlns:a16="http://schemas.microsoft.com/office/drawing/2014/main" id="{88BEA9CB-55A2-43FD-BCE5-9917489D6932}"/>
              </a:ext>
            </a:extLst>
          </p:cNvPr>
          <p:cNvSpPr>
            <a:spLocks xmlns:a="http://schemas.openxmlformats.org/drawingml/2006/main" noGrp="1"/>
          </p:cNvSpPr>
          <p:nvPr/>
        </p:nvSpPr>
        <p:spPr>
          <a:xfrm xmlns:a="http://schemas.openxmlformats.org/drawingml/2006/main">
            <a:off x="4191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7" name="rect-0851">
            <a:extLst xmlns:a="http://schemas.openxmlformats.org/drawingml/2006/main">
              <a:ext uri="{FF2B5EF4-FFF2-40B4-BE49-F238E27FC236}">
                <a16:creationId xmlns:a16="http://schemas.microsoft.com/office/drawing/2014/main" id="{923E148C-9973-401C-B14B-18601841E1AD}"/>
              </a:ext>
            </a:extLst>
          </p:cNvPr>
          <p:cNvSpPr>
            <a:spLocks xmlns:a="http://schemas.openxmlformats.org/drawingml/2006/main" noGrp="1"/>
          </p:cNvSpPr>
          <p:nvPr/>
        </p:nvSpPr>
        <p:spPr>
          <a:xfrm xmlns:a="http://schemas.openxmlformats.org/drawingml/2006/main">
            <a:off x="5029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8" name="rect-0852">
            <a:extLst xmlns:a="http://schemas.openxmlformats.org/drawingml/2006/main">
              <a:ext uri="{FF2B5EF4-FFF2-40B4-BE49-F238E27FC236}">
                <a16:creationId xmlns:a16="http://schemas.microsoft.com/office/drawing/2014/main" id="{C7CFD02F-5C84-4AF0-B4CD-69FB0C75ECB0}"/>
              </a:ext>
            </a:extLst>
          </p:cNvPr>
          <p:cNvSpPr>
            <a:spLocks xmlns:a="http://schemas.openxmlformats.org/drawingml/2006/main" noGrp="1"/>
          </p:cNvSpPr>
          <p:nvPr/>
        </p:nvSpPr>
        <p:spPr>
          <a:xfrm xmlns:a="http://schemas.openxmlformats.org/drawingml/2006/main">
            <a:off x="5867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9" name="rect-0853">
            <a:extLst xmlns:a="http://schemas.openxmlformats.org/drawingml/2006/main">
              <a:ext uri="{FF2B5EF4-FFF2-40B4-BE49-F238E27FC236}">
                <a16:creationId xmlns:a16="http://schemas.microsoft.com/office/drawing/2014/main" id="{88DDA600-C51B-44B2-997A-DAF6C3F726B7}"/>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0" name="rect-0854">
            <a:extLst xmlns:a="http://schemas.openxmlformats.org/drawingml/2006/main">
              <a:ext uri="{FF2B5EF4-FFF2-40B4-BE49-F238E27FC236}">
                <a16:creationId xmlns:a16="http://schemas.microsoft.com/office/drawing/2014/main" id="{8835C7B6-254A-4ACA-B8BA-40018C511060}"/>
              </a:ext>
            </a:extLst>
          </p:cNvPr>
          <p:cNvSpPr>
            <a:spLocks xmlns:a="http://schemas.openxmlformats.org/drawingml/2006/main" noGrp="1"/>
          </p:cNvSpPr>
          <p:nvPr/>
        </p:nvSpPr>
        <p:spPr>
          <a:xfrm xmlns:a="http://schemas.openxmlformats.org/drawingml/2006/main">
            <a:off x="7543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1" name="rect-0855">
            <a:extLst xmlns:a="http://schemas.openxmlformats.org/drawingml/2006/main">
              <a:ext uri="{FF2B5EF4-FFF2-40B4-BE49-F238E27FC236}">
                <a16:creationId xmlns:a16="http://schemas.microsoft.com/office/drawing/2014/main" id="{130B97C8-D019-4E70-9942-DE8718FCEF7B}"/>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2" name="rect-0856">
            <a:extLst xmlns:a="http://schemas.openxmlformats.org/drawingml/2006/main">
              <a:ext uri="{FF2B5EF4-FFF2-40B4-BE49-F238E27FC236}">
                <a16:creationId xmlns:a16="http://schemas.microsoft.com/office/drawing/2014/main" id="{5E7098CD-1F67-4EF8-9444-E2B4456A1125}"/>
              </a:ext>
            </a:extLst>
          </p:cNvPr>
          <p:cNvSpPr>
            <a:spLocks xmlns:a="http://schemas.openxmlformats.org/drawingml/2006/main" noGrp="1"/>
          </p:cNvSpPr>
          <p:nvPr/>
        </p:nvSpPr>
        <p:spPr>
          <a:xfrm xmlns:a="http://schemas.openxmlformats.org/drawingml/2006/main">
            <a:off x="9220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3" name="rect-0857">
            <a:extLst xmlns:a="http://schemas.openxmlformats.org/drawingml/2006/main">
              <a:ext uri="{FF2B5EF4-FFF2-40B4-BE49-F238E27FC236}">
                <a16:creationId xmlns:a16="http://schemas.microsoft.com/office/drawing/2014/main" id="{025DC79D-ECCB-4625-B475-7DAF9E96E8FA}"/>
              </a:ext>
            </a:extLst>
          </p:cNvPr>
          <p:cNvSpPr>
            <a:spLocks xmlns:a="http://schemas.openxmlformats.org/drawingml/2006/main" noGrp="1"/>
          </p:cNvSpPr>
          <p:nvPr/>
        </p:nvSpPr>
        <p:spPr>
          <a:xfrm xmlns:a="http://schemas.openxmlformats.org/drawingml/2006/main">
            <a:off x="10058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4" name="rect-0858">
            <a:extLst xmlns:a="http://schemas.openxmlformats.org/drawingml/2006/main">
              <a:ext uri="{FF2B5EF4-FFF2-40B4-BE49-F238E27FC236}">
                <a16:creationId xmlns:a16="http://schemas.microsoft.com/office/drawing/2014/main" id="{CF10F74E-3C33-487B-97B3-D6488CF47596}"/>
              </a:ext>
            </a:extLst>
          </p:cNvPr>
          <p:cNvSpPr>
            <a:spLocks xmlns:a="http://schemas.openxmlformats.org/drawingml/2006/main" noGrp="1"/>
          </p:cNvSpPr>
          <p:nvPr/>
        </p:nvSpPr>
        <p:spPr>
          <a:xfrm xmlns:a="http://schemas.openxmlformats.org/drawingml/2006/main">
            <a:off x="10896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5" name="rect-0859">
            <a:extLst xmlns:a="http://schemas.openxmlformats.org/drawingml/2006/main">
              <a:ext uri="{FF2B5EF4-FFF2-40B4-BE49-F238E27FC236}">
                <a16:creationId xmlns:a16="http://schemas.microsoft.com/office/drawing/2014/main" id="{03200FAB-F8F0-499F-95E1-12B34F100618}"/>
              </a:ext>
            </a:extLst>
          </p:cNvPr>
          <p:cNvSpPr>
            <a:spLocks xmlns:a="http://schemas.openxmlformats.org/drawingml/2006/main" noGrp="1"/>
          </p:cNvSpPr>
          <p:nvPr/>
        </p:nvSpPr>
        <p:spPr>
          <a:xfrm xmlns:a="http://schemas.openxmlformats.org/drawingml/2006/main">
            <a:off x="11734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6" name="rect-0860">
            <a:extLst xmlns:a="http://schemas.openxmlformats.org/drawingml/2006/main">
              <a:ext uri="{FF2B5EF4-FFF2-40B4-BE49-F238E27FC236}">
                <a16:creationId xmlns:a16="http://schemas.microsoft.com/office/drawing/2014/main" id="{19178888-C1C4-4D5A-9722-EB315B43F1BD}"/>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7" name="rect-0861">
            <a:extLst xmlns:a="http://schemas.openxmlformats.org/drawingml/2006/main">
              <a:ext uri="{FF2B5EF4-FFF2-40B4-BE49-F238E27FC236}">
                <a16:creationId xmlns:a16="http://schemas.microsoft.com/office/drawing/2014/main" id="{22283F31-98F9-4AAE-9E73-A4A852D831EC}"/>
              </a:ext>
            </a:extLst>
          </p:cNvPr>
          <p:cNvSpPr>
            <a:spLocks xmlns:a="http://schemas.openxmlformats.org/drawingml/2006/main" noGrp="1"/>
          </p:cNvSpPr>
          <p:nvPr/>
        </p:nvSpPr>
        <p:spPr>
          <a:xfrm xmlns:a="http://schemas.openxmlformats.org/drawingml/2006/main">
            <a:off x="0" y="838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8" name="rect-0862">
            <a:extLst xmlns:a="http://schemas.openxmlformats.org/drawingml/2006/main">
              <a:ext uri="{FF2B5EF4-FFF2-40B4-BE49-F238E27FC236}">
                <a16:creationId xmlns:a16="http://schemas.microsoft.com/office/drawing/2014/main" id="{9B45E68B-8E55-4938-8DB4-4B1633A6357A}"/>
              </a:ext>
            </a:extLst>
          </p:cNvPr>
          <p:cNvSpPr>
            <a:spLocks xmlns:a="http://schemas.openxmlformats.org/drawingml/2006/main" noGrp="1"/>
          </p:cNvSpPr>
          <p:nvPr/>
        </p:nvSpPr>
        <p:spPr>
          <a:xfrm xmlns:a="http://schemas.openxmlformats.org/drawingml/2006/main">
            <a:off x="0" y="1676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9" name="rect-0863">
            <a:extLst xmlns:a="http://schemas.openxmlformats.org/drawingml/2006/main">
              <a:ext uri="{FF2B5EF4-FFF2-40B4-BE49-F238E27FC236}">
                <a16:creationId xmlns:a16="http://schemas.microsoft.com/office/drawing/2014/main" id="{0A2C3DE8-DFD7-4125-84A0-A41CD4C2BD65}"/>
              </a:ext>
            </a:extLst>
          </p:cNvPr>
          <p:cNvSpPr>
            <a:spLocks xmlns:a="http://schemas.openxmlformats.org/drawingml/2006/main" noGrp="1"/>
          </p:cNvSpPr>
          <p:nvPr/>
        </p:nvSpPr>
        <p:spPr>
          <a:xfrm xmlns:a="http://schemas.openxmlformats.org/drawingml/2006/main">
            <a:off x="0" y="2514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0" name="rect-0864">
            <a:extLst xmlns:a="http://schemas.openxmlformats.org/drawingml/2006/main">
              <a:ext uri="{FF2B5EF4-FFF2-40B4-BE49-F238E27FC236}">
                <a16:creationId xmlns:a16="http://schemas.microsoft.com/office/drawing/2014/main" id="{32E8786E-9D28-4CF0-BF1E-BD97231221BD}"/>
              </a:ext>
            </a:extLst>
          </p:cNvPr>
          <p:cNvSpPr>
            <a:spLocks xmlns:a="http://schemas.openxmlformats.org/drawingml/2006/main" noGrp="1"/>
          </p:cNvSpPr>
          <p:nvPr/>
        </p:nvSpPr>
        <p:spPr>
          <a:xfrm xmlns:a="http://schemas.openxmlformats.org/drawingml/2006/main">
            <a:off x="0" y="33528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1" name="rect-0865">
            <a:extLst xmlns:a="http://schemas.openxmlformats.org/drawingml/2006/main">
              <a:ext uri="{FF2B5EF4-FFF2-40B4-BE49-F238E27FC236}">
                <a16:creationId xmlns:a16="http://schemas.microsoft.com/office/drawing/2014/main" id="{6D697A1F-4BEA-48C9-B7A3-0DD923CF5D10}"/>
              </a:ext>
            </a:extLst>
          </p:cNvPr>
          <p:cNvSpPr>
            <a:spLocks xmlns:a="http://schemas.openxmlformats.org/drawingml/2006/main" noGrp="1"/>
          </p:cNvSpPr>
          <p:nvPr/>
        </p:nvSpPr>
        <p:spPr>
          <a:xfrm xmlns:a="http://schemas.openxmlformats.org/drawingml/2006/main">
            <a:off x="0" y="41910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2" name="rect-0866">
            <a:extLst xmlns:a="http://schemas.openxmlformats.org/drawingml/2006/main">
              <a:ext uri="{FF2B5EF4-FFF2-40B4-BE49-F238E27FC236}">
                <a16:creationId xmlns:a16="http://schemas.microsoft.com/office/drawing/2014/main" id="{0BB0ED66-9622-4B6B-8001-F4F0AA2B81C9}"/>
              </a:ext>
            </a:extLst>
          </p:cNvPr>
          <p:cNvSpPr>
            <a:spLocks xmlns:a="http://schemas.openxmlformats.org/drawingml/2006/main" noGrp="1"/>
          </p:cNvSpPr>
          <p:nvPr/>
        </p:nvSpPr>
        <p:spPr>
          <a:xfrm xmlns:a="http://schemas.openxmlformats.org/drawingml/2006/main">
            <a:off x="0" y="5029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3" name="rect-0867">
            <a:extLst xmlns:a="http://schemas.openxmlformats.org/drawingml/2006/main">
              <a:ext uri="{FF2B5EF4-FFF2-40B4-BE49-F238E27FC236}">
                <a16:creationId xmlns:a16="http://schemas.microsoft.com/office/drawing/2014/main" id="{50256BC7-B555-4933-BFCB-5100C2739070}"/>
              </a:ext>
            </a:extLst>
          </p:cNvPr>
          <p:cNvSpPr>
            <a:spLocks xmlns:a="http://schemas.openxmlformats.org/drawingml/2006/main" noGrp="1"/>
          </p:cNvSpPr>
          <p:nvPr/>
        </p:nvSpPr>
        <p:spPr>
          <a:xfrm xmlns:a="http://schemas.openxmlformats.org/drawingml/2006/main">
            <a:off x="0" y="5867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4" name="rect-0868">
            <a:extLst xmlns:a="http://schemas.openxmlformats.org/drawingml/2006/main">
              <a:ext uri="{FF2B5EF4-FFF2-40B4-BE49-F238E27FC236}">
                <a16:creationId xmlns:a16="http://schemas.microsoft.com/office/drawing/2014/main" id="{C26D76A4-BFCC-4051-8166-DF44B23BD8B1}"/>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5" name="rect-0869">
            <a:extLst xmlns:a="http://schemas.openxmlformats.org/drawingml/2006/main">
              <a:ext uri="{FF2B5EF4-FFF2-40B4-BE49-F238E27FC236}">
                <a16:creationId xmlns:a16="http://schemas.microsoft.com/office/drawing/2014/main" id="{28B567C3-06B7-43BD-9141-1C476DF8AB87}"/>
              </a:ext>
            </a:extLst>
          </p:cNvPr>
          <p:cNvSpPr>
            <a:spLocks xmlns:a="http://schemas.openxmlformats.org/drawingml/2006/main" noGrp="1"/>
          </p:cNvSpPr>
          <p:nvPr/>
        </p:nvSpPr>
        <p:spPr>
          <a:xfrm xmlns:a="http://schemas.openxmlformats.org/drawingml/2006/main">
            <a:off x="0" y="0"/>
            <a:ext cx="3171825" cy="7620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26" name="rect-0870">
            <a:extLst xmlns:a="http://schemas.openxmlformats.org/drawingml/2006/main">
              <a:ext uri="{FF2B5EF4-FFF2-40B4-BE49-F238E27FC236}">
                <a16:creationId xmlns:a16="http://schemas.microsoft.com/office/drawing/2014/main" id="{60FEE4D8-B158-4AD1-9612-CF17BDB7B6AD}"/>
              </a:ext>
            </a:extLst>
          </p:cNvPr>
          <p:cNvSpPr>
            <a:spLocks xmlns:a="http://schemas.openxmlformats.org/drawingml/2006/main" noGrp="1"/>
          </p:cNvSpPr>
          <p:nvPr/>
        </p:nvSpPr>
        <p:spPr>
          <a:xfrm xmlns:a="http://schemas.openxmlformats.org/drawingml/2006/main">
            <a:off x="3171825" y="0"/>
            <a:ext cx="1952625" cy="76200"/>
          </a:xfrm>
          <a:prstGeom xmlns:a="http://schemas.openxmlformats.org/drawingml/2006/main" prst="rect">
            <a:avLst/>
          </a:prstGeom>
          <a:solidFill xmlns:a="http://schemas.openxmlformats.org/drawingml/2006/main">
            <a:srgbClr val="B8842F"/>
          </a:solidFill>
          <a:ln xmlns:a="http://schemas.openxmlformats.org/drawingml/2006/main" w="0">
            <a:noFill/>
            <a:prstDash val="solid"/>
          </a:ln>
        </p:spPr>
      </p:sp>
      <p:sp>
        <p:nvSpPr>
          <p:cNvPr id="27" name="rect-0871">
            <a:extLst xmlns:a="http://schemas.openxmlformats.org/drawingml/2006/main">
              <a:ext uri="{FF2B5EF4-FFF2-40B4-BE49-F238E27FC236}">
                <a16:creationId xmlns:a16="http://schemas.microsoft.com/office/drawing/2014/main" id="{EC899F7C-B5B8-4D9E-A4AE-D5193D97634B}"/>
              </a:ext>
            </a:extLst>
          </p:cNvPr>
          <p:cNvSpPr>
            <a:spLocks xmlns:a="http://schemas.openxmlformats.org/drawingml/2006/main" noGrp="1"/>
          </p:cNvSpPr>
          <p:nvPr/>
        </p:nvSpPr>
        <p:spPr>
          <a:xfrm xmlns:a="http://schemas.openxmlformats.org/drawingml/2006/main">
            <a:off x="5124450" y="0"/>
            <a:ext cx="7067550" cy="76200"/>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5919db33580047d4">
            <a:extLst>
              <a:ext uri="{96DAC541-7B7A-43D3-8B79-37D633B846F1}">
                <asvg:svgBlip xmlns:asvg="http://schemas.microsoft.com/office/drawing/2016/SVG/main" r:embed="R49a4b46a244c40a6"/>
              </a:ext>
            </a:extLst>
          </a:blip>
          <a:stretch xmlns:a="http://schemas.openxmlformats.org/drawingml/2006/main"/>
        </p:blipFill>
        <p:spPr>
          <a:xfrm xmlns:a="http://schemas.openxmlformats.org/drawingml/2006/main">
            <a:off x="9871043" y="289560"/>
            <a:ext cx="1863757" cy="539115"/>
          </a:xfrm>
          <a:prstGeom xmlns:a="http://schemas.openxmlformats.org/drawingml/2006/main" prst="rect">
            <a:avLst/>
          </a:prstGeom>
        </p:spPr>
      </p:pic>
      <p:sp>
        <p:nvSpPr>
          <p:cNvPr id="29" name="text-0872">
            <a:extLst xmlns:a="http://schemas.openxmlformats.org/drawingml/2006/main">
              <a:ext uri="{FF2B5EF4-FFF2-40B4-BE49-F238E27FC236}">
                <a16:creationId xmlns:a16="http://schemas.microsoft.com/office/drawing/2014/main" id="{6282B161-BFA4-408A-9044-081F7EF63751}"/>
              </a:ext>
            </a:extLst>
          </p:cNvPr>
          <p:cNvSpPr>
            <a:spLocks xmlns:a="http://schemas.openxmlformats.org/drawingml/2006/main" noGrp="1"/>
          </p:cNvSpPr>
          <p:nvPr/>
        </p:nvSpPr>
        <p:spPr>
          <a:xfrm xmlns:a="http://schemas.openxmlformats.org/drawingml/2006/main">
            <a:off x="685800" y="6572250"/>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87287"/>
                </a:solidFill>
                <a:latin typeface="PingFang SC"/>
                <a:ea typeface="PingFang SC"/>
                <a:cs typeface="PingFang SC"/>
              </a:defRPr>
            </a:pPr>
            <a:r>
              <a:rPr sz="825" b="0">
                <a:solidFill>
                  <a:srgbClr val="687287"/>
                </a:solidFill>
                <a:latin typeface="PingFang SC"/>
                <a:ea typeface="PingFang SC"/>
                <a:cs typeface="PingFang SC"/>
              </a:rPr>
              <a:t>开放东方 · AI使用培训</a:t>
            </a:r>
          </a:p>
        </p:txBody>
      </p:sp>
      <p:sp>
        <p:nvSpPr>
          <p:cNvPr id="30" name="text-0873">
            <a:extLst xmlns:a="http://schemas.openxmlformats.org/drawingml/2006/main">
              <a:ext uri="{FF2B5EF4-FFF2-40B4-BE49-F238E27FC236}">
                <a16:creationId xmlns:a16="http://schemas.microsoft.com/office/drawing/2014/main" id="{A9D638F1-BAD3-4994-9705-125B1A53EAC0}"/>
              </a:ext>
            </a:extLst>
          </p:cNvPr>
          <p:cNvSpPr>
            <a:spLocks xmlns:a="http://schemas.openxmlformats.org/drawingml/2006/main" noGrp="1"/>
          </p:cNvSpPr>
          <p:nvPr/>
        </p:nvSpPr>
        <p:spPr>
          <a:xfrm xmlns:a="http://schemas.openxmlformats.org/drawingml/2006/main">
            <a:off x="11239500" y="65151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A74335"/>
                </a:solidFill>
                <a:latin typeface="PingFang SC"/>
                <a:ea typeface="PingFang SC"/>
                <a:cs typeface="PingFang SC"/>
              </a:defRPr>
            </a:pPr>
            <a:r>
              <a:rPr sz="975" b="1">
                <a:solidFill>
                  <a:srgbClr val="A74335"/>
                </a:solidFill>
                <a:latin typeface="PingFang SC"/>
                <a:ea typeface="PingFang SC"/>
                <a:cs typeface="PingFang SC"/>
              </a:rPr>
              <a:t>16</a:t>
            </a:r>
          </a:p>
        </p:txBody>
      </p:sp>
      <p:sp>
        <p:nvSpPr>
          <p:cNvPr id="31" name="rect-0874">
            <a:extLst xmlns:a="http://schemas.openxmlformats.org/drawingml/2006/main">
              <a:ext uri="{FF2B5EF4-FFF2-40B4-BE49-F238E27FC236}">
                <a16:creationId xmlns:a16="http://schemas.microsoft.com/office/drawing/2014/main" id="{F32ADB77-1A1F-4344-81E3-C74B075E6A65}"/>
              </a:ext>
            </a:extLst>
          </p:cNvPr>
          <p:cNvSpPr>
            <a:spLocks xmlns:a="http://schemas.openxmlformats.org/drawingml/2006/main" noGrp="1"/>
          </p:cNvSpPr>
          <p:nvPr/>
        </p:nvSpPr>
        <p:spPr>
          <a:xfrm xmlns:a="http://schemas.openxmlformats.org/drawingml/2006/main">
            <a:off x="685800" y="619125"/>
            <a:ext cx="323850" cy="28575"/>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32" name="text-0875">
            <a:extLst xmlns:a="http://schemas.openxmlformats.org/drawingml/2006/main">
              <a:ext uri="{FF2B5EF4-FFF2-40B4-BE49-F238E27FC236}">
                <a16:creationId xmlns:a16="http://schemas.microsoft.com/office/drawing/2014/main" id="{7EC3351E-C994-41CC-BF04-E6906D46D91D}"/>
              </a:ext>
            </a:extLst>
          </p:cNvPr>
          <p:cNvSpPr>
            <a:spLocks xmlns:a="http://schemas.openxmlformats.org/drawingml/2006/main" noGrp="1"/>
          </p:cNvSpPr>
          <p:nvPr/>
        </p:nvSpPr>
        <p:spPr>
          <a:xfrm xmlns:a="http://schemas.openxmlformats.org/drawingml/2006/main">
            <a:off x="1123950" y="504825"/>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335"/>
                </a:solidFill>
                <a:latin typeface="PingFang SC"/>
                <a:ea typeface="PingFang SC"/>
                <a:cs typeface="PingFang SC"/>
              </a:defRPr>
            </a:pPr>
            <a:r>
              <a:rPr sz="1125" b="1">
                <a:solidFill>
                  <a:srgbClr val="A74335"/>
                </a:solidFill>
                <a:latin typeface="PingFang SC"/>
                <a:ea typeface="PingFang SC"/>
                <a:cs typeface="PingFang SC"/>
              </a:rPr>
              <a:t>15 · 理解不能外包</a:t>
            </a:r>
          </a:p>
        </p:txBody>
      </p:sp>
      <p:sp>
        <p:nvSpPr>
          <p:cNvPr id="33" name="text-0876">
            <a:extLst xmlns:a="http://schemas.openxmlformats.org/drawingml/2006/main">
              <a:ext uri="{FF2B5EF4-FFF2-40B4-BE49-F238E27FC236}">
                <a16:creationId xmlns:a16="http://schemas.microsoft.com/office/drawing/2014/main" id="{5ABA4D35-3E97-4395-BEC4-B5ACBDBEABC4}"/>
              </a:ext>
            </a:extLst>
          </p:cNvPr>
          <p:cNvSpPr>
            <a:spLocks xmlns:a="http://schemas.openxmlformats.org/drawingml/2006/main" noGrp="1"/>
          </p:cNvSpPr>
          <p:nvPr/>
        </p:nvSpPr>
        <p:spPr>
          <a:xfrm xmlns:a="http://schemas.openxmlformats.org/drawingml/2006/main">
            <a:off x="457200" y="1066800"/>
            <a:ext cx="95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593"/>
          </a:bodyPr>
          <a:lstStyle xmlns:a="http://schemas.openxmlformats.org/drawingml/2006/main"/>
          <a:p xmlns:a="http://schemas.openxmlformats.org/drawingml/2006/main">
            <a:pPr algn="l">
              <a:defRPr sz="8100" b="1">
                <a:solidFill>
                  <a:srgbClr val="F2DDD6"/>
                </a:solidFill>
                <a:latin typeface="Songti SC"/>
                <a:ea typeface="Songti SC"/>
                <a:cs typeface="Songti SC"/>
              </a:defRPr>
            </a:pPr>
            <a:r>
              <a:rPr sz="8100" b="1">
                <a:solidFill>
                  <a:srgbClr val="F2DDD6"/>
                </a:solidFill>
                <a:latin typeface="Songti SC"/>
                <a:ea typeface="Songti SC"/>
                <a:cs typeface="Songti SC"/>
              </a:rPr>
              <a:t>“</a:t>
            </a:r>
          </a:p>
        </p:txBody>
      </p:sp>
      <p:sp>
        <p:nvSpPr>
          <p:cNvPr id="34" name="text-0877">
            <a:extLst xmlns:a="http://schemas.openxmlformats.org/drawingml/2006/main">
              <a:ext uri="{FF2B5EF4-FFF2-40B4-BE49-F238E27FC236}">
                <a16:creationId xmlns:a16="http://schemas.microsoft.com/office/drawing/2014/main" id="{59C2965B-0EB7-4180-BDC1-5F0EBC187222}"/>
              </a:ext>
            </a:extLst>
          </p:cNvPr>
          <p:cNvSpPr>
            <a:spLocks xmlns:a="http://schemas.openxmlformats.org/drawingml/2006/main" noGrp="1"/>
          </p:cNvSpPr>
          <p:nvPr/>
        </p:nvSpPr>
        <p:spPr>
          <a:xfrm xmlns:a="http://schemas.openxmlformats.org/drawingml/2006/main">
            <a:off x="876300" y="1257300"/>
            <a:ext cx="64770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75" b="1">
                <a:solidFill>
                  <a:srgbClr val="182338"/>
                </a:solidFill>
                <a:latin typeface="Georgia"/>
                <a:ea typeface="Georgia"/>
                <a:cs typeface="Georgia"/>
              </a:defRPr>
            </a:pPr>
            <a:r>
              <a:rPr sz="3675" b="1">
                <a:solidFill>
                  <a:srgbClr val="182338"/>
                </a:solidFill>
                <a:latin typeface="Georgia"/>
                <a:ea typeface="Georgia"/>
                <a:cs typeface="Georgia"/>
              </a:rPr>
              <a:t>You can outsource</a:t>
            </a:r>
          </a:p>
          <a:p xmlns:a="http://schemas.openxmlformats.org/drawingml/2006/main">
            <a:pPr algn="l">
              <a:lnSpc>
                <a:spcPct val="94000"/>
              </a:lnSpc>
              <a:buNone/>
              <a:defRPr sz="3675" b="1">
                <a:solidFill>
                  <a:srgbClr val="182338"/>
                </a:solidFill>
                <a:latin typeface="Georgia"/>
                <a:ea typeface="Georgia"/>
                <a:cs typeface="Georgia"/>
              </a:defRPr>
            </a:pPr>
            <a:r>
              <a:rPr sz="3675" b="1">
                <a:solidFill>
                  <a:srgbClr val="182338"/>
                </a:solidFill>
                <a:latin typeface="Georgia"/>
                <a:ea typeface="Georgia"/>
                <a:cs typeface="Georgia"/>
              </a:rPr>
              <a:t>your thinking,</a:t>
            </a:r>
          </a:p>
          <a:p xmlns:a="http://schemas.openxmlformats.org/drawingml/2006/main">
            <a:pPr algn="l">
              <a:lnSpc>
                <a:spcPct val="94000"/>
              </a:lnSpc>
              <a:buNone/>
              <a:defRPr sz="3675" b="1">
                <a:solidFill>
                  <a:srgbClr val="182338"/>
                </a:solidFill>
                <a:latin typeface="Georgia"/>
                <a:ea typeface="Georgia"/>
                <a:cs typeface="Georgia"/>
              </a:defRPr>
            </a:pPr>
            <a:r>
              <a:rPr sz="3675" b="1">
                <a:solidFill>
                  <a:srgbClr val="182338"/>
                </a:solidFill>
                <a:latin typeface="Georgia"/>
                <a:ea typeface="Georgia"/>
                <a:cs typeface="Georgia"/>
              </a:rPr>
              <a:t>but you can’t outsource</a:t>
            </a:r>
          </a:p>
          <a:p xmlns:a="http://schemas.openxmlformats.org/drawingml/2006/main">
            <a:pPr algn="l">
              <a:lnSpc>
                <a:spcPct val="94000"/>
              </a:lnSpc>
              <a:buNone/>
              <a:defRPr sz="3675" b="1">
                <a:solidFill>
                  <a:srgbClr val="182338"/>
                </a:solidFill>
                <a:latin typeface="Georgia"/>
                <a:ea typeface="Georgia"/>
                <a:cs typeface="Georgia"/>
              </a:defRPr>
            </a:pPr>
            <a:r>
              <a:rPr sz="3675" b="1">
                <a:solidFill>
                  <a:srgbClr val="182338"/>
                </a:solidFill>
                <a:latin typeface="Georgia"/>
                <a:ea typeface="Georgia"/>
                <a:cs typeface="Georgia"/>
              </a:rPr>
              <a:t>your understanding.</a:t>
            </a:r>
          </a:p>
        </p:txBody>
      </p:sp>
      <p:sp>
        <p:nvSpPr>
          <p:cNvPr id="35" name="rect-0878">
            <a:extLst xmlns:a="http://schemas.openxmlformats.org/drawingml/2006/main">
              <a:ext uri="{FF2B5EF4-FFF2-40B4-BE49-F238E27FC236}">
                <a16:creationId xmlns:a16="http://schemas.microsoft.com/office/drawing/2014/main" id="{0AE5E6D2-BE6B-487C-8414-FBD9A3FE8DD7}"/>
              </a:ext>
            </a:extLst>
          </p:cNvPr>
          <p:cNvSpPr>
            <a:spLocks xmlns:a="http://schemas.openxmlformats.org/drawingml/2006/main" noGrp="1"/>
          </p:cNvSpPr>
          <p:nvPr/>
        </p:nvSpPr>
        <p:spPr>
          <a:xfrm xmlns:a="http://schemas.openxmlformats.org/drawingml/2006/main">
            <a:off x="7696200" y="1257300"/>
            <a:ext cx="47625" cy="3286125"/>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36" name="text-0879">
            <a:extLst xmlns:a="http://schemas.openxmlformats.org/drawingml/2006/main">
              <a:ext uri="{FF2B5EF4-FFF2-40B4-BE49-F238E27FC236}">
                <a16:creationId xmlns:a16="http://schemas.microsoft.com/office/drawing/2014/main" id="{4527E543-88FA-4CF0-8530-A082BD697141}"/>
              </a:ext>
            </a:extLst>
          </p:cNvPr>
          <p:cNvSpPr>
            <a:spLocks xmlns:a="http://schemas.openxmlformats.org/drawingml/2006/main" noGrp="1"/>
          </p:cNvSpPr>
          <p:nvPr/>
        </p:nvSpPr>
        <p:spPr>
          <a:xfrm xmlns:a="http://schemas.openxmlformats.org/drawingml/2006/main">
            <a:off x="8096250" y="1476375"/>
            <a:ext cx="3333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2250" b="1">
                <a:solidFill>
                  <a:srgbClr val="A74335"/>
                </a:solidFill>
                <a:latin typeface="Songti SC"/>
                <a:ea typeface="Songti SC"/>
                <a:cs typeface="Songti SC"/>
              </a:defRPr>
            </a:pPr>
            <a:r>
              <a:rPr sz="2250" b="1">
                <a:solidFill>
                  <a:srgbClr val="A74335"/>
                </a:solidFill>
                <a:latin typeface="Songti SC"/>
                <a:ea typeface="Songti SC"/>
                <a:cs typeface="Songti SC"/>
              </a:rPr>
              <a:t>你可以把思考外包出去，</a:t>
            </a:r>
          </a:p>
          <a:p xmlns:a="http://schemas.openxmlformats.org/drawingml/2006/main">
            <a:pPr algn="l">
              <a:lnSpc>
                <a:spcPct val="115000"/>
              </a:lnSpc>
              <a:buNone/>
              <a:defRPr sz="2250" b="1">
                <a:solidFill>
                  <a:srgbClr val="A74335"/>
                </a:solidFill>
                <a:latin typeface="Songti SC"/>
                <a:ea typeface="Songti SC"/>
                <a:cs typeface="Songti SC"/>
              </a:defRPr>
            </a:pPr>
            <a:r>
              <a:rPr sz="2250" b="1">
                <a:solidFill>
                  <a:srgbClr val="A74335"/>
                </a:solidFill>
                <a:latin typeface="Songti SC"/>
                <a:ea typeface="Songti SC"/>
                <a:cs typeface="Songti SC"/>
              </a:rPr>
              <a:t>但不能把理解外包出去。</a:t>
            </a:r>
          </a:p>
        </p:txBody>
      </p:sp>
      <p:sp>
        <p:nvSpPr>
          <p:cNvPr id="37" name="text-0880">
            <a:extLst xmlns:a="http://schemas.openxmlformats.org/drawingml/2006/main">
              <a:ext uri="{FF2B5EF4-FFF2-40B4-BE49-F238E27FC236}">
                <a16:creationId xmlns:a16="http://schemas.microsoft.com/office/drawing/2014/main" id="{E9D27C84-B213-4AB3-859E-57FD1D196D31}"/>
              </a:ext>
            </a:extLst>
          </p:cNvPr>
          <p:cNvSpPr>
            <a:spLocks xmlns:a="http://schemas.openxmlformats.org/drawingml/2006/main" noGrp="1"/>
          </p:cNvSpPr>
          <p:nvPr/>
        </p:nvSpPr>
        <p:spPr>
          <a:xfrm xmlns:a="http://schemas.openxmlformats.org/drawingml/2006/main">
            <a:off x="8096250" y="3048000"/>
            <a:ext cx="3333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687287"/>
                </a:solidFill>
                <a:latin typeface="PingFang SC"/>
                <a:ea typeface="PingFang SC"/>
                <a:cs typeface="PingFang SC"/>
              </a:defRPr>
            </a:pPr>
            <a:r>
              <a:rPr sz="1500" b="0">
                <a:solidFill>
                  <a:srgbClr val="687287"/>
                </a:solidFill>
                <a:latin typeface="PingFang SC"/>
                <a:ea typeface="PingFang SC"/>
                <a:cs typeface="PingFang SC"/>
              </a:rPr>
              <a:t>AI可以帮你搜索、比较、生成与推演；真正理解为什么成立、证据是什么、是否适合当前场景，仍然必须由你完成。</a:t>
            </a:r>
          </a:p>
        </p:txBody>
      </p:sp>
      <p:sp>
        <p:nvSpPr>
          <p:cNvPr id="38" name="rect-0881">
            <a:extLst xmlns:a="http://schemas.openxmlformats.org/drawingml/2006/main">
              <a:ext uri="{FF2B5EF4-FFF2-40B4-BE49-F238E27FC236}">
                <a16:creationId xmlns:a16="http://schemas.microsoft.com/office/drawing/2014/main" id="{05EF47E1-1D4D-4F80-B555-75E505B6772C}"/>
              </a:ext>
            </a:extLst>
          </p:cNvPr>
          <p:cNvSpPr>
            <a:spLocks xmlns:a="http://schemas.openxmlformats.org/drawingml/2006/main" noGrp="1"/>
          </p:cNvSpPr>
          <p:nvPr/>
        </p:nvSpPr>
        <p:spPr>
          <a:xfrm xmlns:a="http://schemas.openxmlformats.org/drawingml/2006/main">
            <a:off x="685800" y="5476875"/>
            <a:ext cx="10820400" cy="742950"/>
          </a:xfrm>
          <a:prstGeom xmlns:a="http://schemas.openxmlformats.org/drawingml/2006/main" prst="rect">
            <a:avLst/>
          </a:prstGeom>
          <a:solidFill xmlns:a="http://schemas.openxmlformats.org/drawingml/2006/main">
            <a:srgbClr val="FFFDF8"/>
          </a:solidFill>
          <a:ln xmlns:a="http://schemas.openxmlformats.org/drawingml/2006/main" w="0">
            <a:solidFill>
              <a:srgbClr val="D8D2C5"/>
            </a:solidFill>
            <a:prstDash val="solid"/>
          </a:ln>
        </p:spPr>
      </p:sp>
      <p:sp>
        <p:nvSpPr>
          <p:cNvPr id="39" name="rect-0882">
            <a:extLst xmlns:a="http://schemas.openxmlformats.org/drawingml/2006/main">
              <a:ext uri="{FF2B5EF4-FFF2-40B4-BE49-F238E27FC236}">
                <a16:creationId xmlns:a16="http://schemas.microsoft.com/office/drawing/2014/main" id="{92F0717D-416A-4C1B-8865-15511FF3DCE6}"/>
              </a:ext>
            </a:extLst>
          </p:cNvPr>
          <p:cNvSpPr>
            <a:spLocks xmlns:a="http://schemas.openxmlformats.org/drawingml/2006/main" noGrp="1"/>
          </p:cNvSpPr>
          <p:nvPr/>
        </p:nvSpPr>
        <p:spPr>
          <a:xfrm xmlns:a="http://schemas.openxmlformats.org/drawingml/2006/main">
            <a:off x="685800" y="5476875"/>
            <a:ext cx="57150" cy="74295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40" name="text-0883">
            <a:extLst xmlns:a="http://schemas.openxmlformats.org/drawingml/2006/main">
              <a:ext uri="{FF2B5EF4-FFF2-40B4-BE49-F238E27FC236}">
                <a16:creationId xmlns:a16="http://schemas.microsoft.com/office/drawing/2014/main" id="{55BEDB4F-D078-4B36-9A60-E722643F19B3}"/>
              </a:ext>
            </a:extLst>
          </p:cNvPr>
          <p:cNvSpPr>
            <a:spLocks xmlns:a="http://schemas.openxmlformats.org/drawingml/2006/main" noGrp="1"/>
          </p:cNvSpPr>
          <p:nvPr/>
        </p:nvSpPr>
        <p:spPr>
          <a:xfrm xmlns:a="http://schemas.openxmlformats.org/drawingml/2006/main">
            <a:off x="933450" y="56197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182338"/>
                </a:solidFill>
                <a:latin typeface="PingFang SC"/>
                <a:ea typeface="PingFang SC"/>
                <a:cs typeface="PingFang SC"/>
              </a:defRPr>
            </a:pPr>
            <a:r>
              <a:rPr sz="1875" b="1">
                <a:solidFill>
                  <a:srgbClr val="182338"/>
                </a:solidFill>
                <a:latin typeface="PingFang SC"/>
                <a:ea typeface="PingFang SC"/>
                <a:cs typeface="PingFang SC"/>
              </a:rPr>
              <a:t>借力AI，但不要把判断力和责任一起交出去。</a:t>
            </a:r>
          </a:p>
        </p:txBody>
      </p:sp>
    </p:spTree>
    <p:extLst>
      <p:ext uri="{BB962C8B-B14F-4D97-AF65-F5344CB8AC3E}">
        <p14:creationId xmlns:p14="http://schemas.microsoft.com/office/powerpoint/2010/main" val="839642582"/>
      </p:ext>
    </p:extLst>
  </p:cSld>
</p:sld>
</file>

<file path=ppt/slides/slide1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55" name="rect-0884">
            <a:extLst xmlns:a="http://schemas.openxmlformats.org/drawingml/2006/main">
              <a:ext uri="{FF2B5EF4-FFF2-40B4-BE49-F238E27FC236}">
                <a16:creationId xmlns:a16="http://schemas.microsoft.com/office/drawing/2014/main" id="{D7B94778-2C43-45CE-BF83-D157D7AB16C5}"/>
              </a:ext>
            </a:extLst>
          </p:cNvPr>
          <p:cNvSpPr>
            <a:spLocks xmlns:a="http://schemas.openxmlformats.org/drawingml/2006/main" noGrp="1"/>
          </p:cNvSpPr>
          <p:nvPr/>
        </p:nvSpPr>
        <p:spPr>
          <a:xfrm xmlns:a="http://schemas.openxmlformats.org/drawingml/2006/main">
            <a:off x="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 name="rect-0885">
            <a:extLst xmlns:a="http://schemas.openxmlformats.org/drawingml/2006/main">
              <a:ext uri="{FF2B5EF4-FFF2-40B4-BE49-F238E27FC236}">
                <a16:creationId xmlns:a16="http://schemas.microsoft.com/office/drawing/2014/main" id="{75D5D797-7D3C-4E93-8485-19C5DF7438F4}"/>
              </a:ext>
            </a:extLst>
          </p:cNvPr>
          <p:cNvSpPr>
            <a:spLocks xmlns:a="http://schemas.openxmlformats.org/drawingml/2006/main" noGrp="1"/>
          </p:cNvSpPr>
          <p:nvPr/>
        </p:nvSpPr>
        <p:spPr>
          <a:xfrm xmlns:a="http://schemas.openxmlformats.org/drawingml/2006/main">
            <a:off x="838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3" name="rect-0886">
            <a:extLst xmlns:a="http://schemas.openxmlformats.org/drawingml/2006/main">
              <a:ext uri="{FF2B5EF4-FFF2-40B4-BE49-F238E27FC236}">
                <a16:creationId xmlns:a16="http://schemas.microsoft.com/office/drawing/2014/main" id="{577CB89D-3F30-4FC2-B8DA-A4020D52BE91}"/>
              </a:ext>
            </a:extLst>
          </p:cNvPr>
          <p:cNvSpPr>
            <a:spLocks xmlns:a="http://schemas.openxmlformats.org/drawingml/2006/main" noGrp="1"/>
          </p:cNvSpPr>
          <p:nvPr/>
        </p:nvSpPr>
        <p:spPr>
          <a:xfrm xmlns:a="http://schemas.openxmlformats.org/drawingml/2006/main">
            <a:off x="1676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4" name="rect-0887">
            <a:extLst xmlns:a="http://schemas.openxmlformats.org/drawingml/2006/main">
              <a:ext uri="{FF2B5EF4-FFF2-40B4-BE49-F238E27FC236}">
                <a16:creationId xmlns:a16="http://schemas.microsoft.com/office/drawing/2014/main" id="{26FC4536-3CB4-4D51-9141-9A134EFF55DE}"/>
              </a:ext>
            </a:extLst>
          </p:cNvPr>
          <p:cNvSpPr>
            <a:spLocks xmlns:a="http://schemas.openxmlformats.org/drawingml/2006/main" noGrp="1"/>
          </p:cNvSpPr>
          <p:nvPr/>
        </p:nvSpPr>
        <p:spPr>
          <a:xfrm xmlns:a="http://schemas.openxmlformats.org/drawingml/2006/main">
            <a:off x="2514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5" name="rect-0888">
            <a:extLst xmlns:a="http://schemas.openxmlformats.org/drawingml/2006/main">
              <a:ext uri="{FF2B5EF4-FFF2-40B4-BE49-F238E27FC236}">
                <a16:creationId xmlns:a16="http://schemas.microsoft.com/office/drawing/2014/main" id="{5F84A370-BD75-4CC3-9ED5-8BB8E25896FD}"/>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6" name="rect-0889">
            <a:extLst xmlns:a="http://schemas.openxmlformats.org/drawingml/2006/main">
              <a:ext uri="{FF2B5EF4-FFF2-40B4-BE49-F238E27FC236}">
                <a16:creationId xmlns:a16="http://schemas.microsoft.com/office/drawing/2014/main" id="{F9CE9135-32B7-4372-8F1F-35A84BB42A6C}"/>
              </a:ext>
            </a:extLst>
          </p:cNvPr>
          <p:cNvSpPr>
            <a:spLocks xmlns:a="http://schemas.openxmlformats.org/drawingml/2006/main" noGrp="1"/>
          </p:cNvSpPr>
          <p:nvPr/>
        </p:nvSpPr>
        <p:spPr>
          <a:xfrm xmlns:a="http://schemas.openxmlformats.org/drawingml/2006/main">
            <a:off x="4191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7" name="rect-0890">
            <a:extLst xmlns:a="http://schemas.openxmlformats.org/drawingml/2006/main">
              <a:ext uri="{FF2B5EF4-FFF2-40B4-BE49-F238E27FC236}">
                <a16:creationId xmlns:a16="http://schemas.microsoft.com/office/drawing/2014/main" id="{8947EFBD-A66C-44D5-9371-810BD8E40861}"/>
              </a:ext>
            </a:extLst>
          </p:cNvPr>
          <p:cNvSpPr>
            <a:spLocks xmlns:a="http://schemas.openxmlformats.org/drawingml/2006/main" noGrp="1"/>
          </p:cNvSpPr>
          <p:nvPr/>
        </p:nvSpPr>
        <p:spPr>
          <a:xfrm xmlns:a="http://schemas.openxmlformats.org/drawingml/2006/main">
            <a:off x="5029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8" name="rect-0891">
            <a:extLst xmlns:a="http://schemas.openxmlformats.org/drawingml/2006/main">
              <a:ext uri="{FF2B5EF4-FFF2-40B4-BE49-F238E27FC236}">
                <a16:creationId xmlns:a16="http://schemas.microsoft.com/office/drawing/2014/main" id="{801C4EE3-B36E-421E-A74A-6C679C5B8AF5}"/>
              </a:ext>
            </a:extLst>
          </p:cNvPr>
          <p:cNvSpPr>
            <a:spLocks xmlns:a="http://schemas.openxmlformats.org/drawingml/2006/main" noGrp="1"/>
          </p:cNvSpPr>
          <p:nvPr/>
        </p:nvSpPr>
        <p:spPr>
          <a:xfrm xmlns:a="http://schemas.openxmlformats.org/drawingml/2006/main">
            <a:off x="5867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9" name="rect-0892">
            <a:extLst xmlns:a="http://schemas.openxmlformats.org/drawingml/2006/main">
              <a:ext uri="{FF2B5EF4-FFF2-40B4-BE49-F238E27FC236}">
                <a16:creationId xmlns:a16="http://schemas.microsoft.com/office/drawing/2014/main" id="{1B73453F-FCBC-4897-BC67-2844E76EE711}"/>
              </a:ext>
            </a:extLst>
          </p:cNvPr>
          <p:cNvSpPr>
            <a:spLocks xmlns:a="http://schemas.openxmlformats.org/drawingml/2006/main" noGrp="1"/>
          </p:cNvSpPr>
          <p:nvPr/>
        </p:nvSpPr>
        <p:spPr>
          <a:xfrm xmlns:a="http://schemas.openxmlformats.org/drawingml/2006/main">
            <a:off x="6705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0" name="rect-0893">
            <a:extLst xmlns:a="http://schemas.openxmlformats.org/drawingml/2006/main">
              <a:ext uri="{FF2B5EF4-FFF2-40B4-BE49-F238E27FC236}">
                <a16:creationId xmlns:a16="http://schemas.microsoft.com/office/drawing/2014/main" id="{8F16DA67-B6BB-46D2-A502-8FD96EB3513A}"/>
              </a:ext>
            </a:extLst>
          </p:cNvPr>
          <p:cNvSpPr>
            <a:spLocks xmlns:a="http://schemas.openxmlformats.org/drawingml/2006/main" noGrp="1"/>
          </p:cNvSpPr>
          <p:nvPr/>
        </p:nvSpPr>
        <p:spPr>
          <a:xfrm xmlns:a="http://schemas.openxmlformats.org/drawingml/2006/main">
            <a:off x="7543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1" name="rect-0894">
            <a:extLst xmlns:a="http://schemas.openxmlformats.org/drawingml/2006/main">
              <a:ext uri="{FF2B5EF4-FFF2-40B4-BE49-F238E27FC236}">
                <a16:creationId xmlns:a16="http://schemas.microsoft.com/office/drawing/2014/main" id="{1F2BD14B-10DA-45DF-8005-083AEBE3F35A}"/>
              </a:ext>
            </a:extLst>
          </p:cNvPr>
          <p:cNvSpPr>
            <a:spLocks xmlns:a="http://schemas.openxmlformats.org/drawingml/2006/main" noGrp="1"/>
          </p:cNvSpPr>
          <p:nvPr/>
        </p:nvSpPr>
        <p:spPr>
          <a:xfrm xmlns:a="http://schemas.openxmlformats.org/drawingml/2006/main">
            <a:off x="83820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2" name="rect-0895">
            <a:extLst xmlns:a="http://schemas.openxmlformats.org/drawingml/2006/main">
              <a:ext uri="{FF2B5EF4-FFF2-40B4-BE49-F238E27FC236}">
                <a16:creationId xmlns:a16="http://schemas.microsoft.com/office/drawing/2014/main" id="{CB8FB98A-D2FF-482C-8048-CA217E34583F}"/>
              </a:ext>
            </a:extLst>
          </p:cNvPr>
          <p:cNvSpPr>
            <a:spLocks xmlns:a="http://schemas.openxmlformats.org/drawingml/2006/main" noGrp="1"/>
          </p:cNvSpPr>
          <p:nvPr/>
        </p:nvSpPr>
        <p:spPr>
          <a:xfrm xmlns:a="http://schemas.openxmlformats.org/drawingml/2006/main">
            <a:off x="92202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3" name="rect-0896">
            <a:extLst xmlns:a="http://schemas.openxmlformats.org/drawingml/2006/main">
              <a:ext uri="{FF2B5EF4-FFF2-40B4-BE49-F238E27FC236}">
                <a16:creationId xmlns:a16="http://schemas.microsoft.com/office/drawing/2014/main" id="{6A00A6C5-4F69-4F56-AD2E-A895F372B6D9}"/>
              </a:ext>
            </a:extLst>
          </p:cNvPr>
          <p:cNvSpPr>
            <a:spLocks xmlns:a="http://schemas.openxmlformats.org/drawingml/2006/main" noGrp="1"/>
          </p:cNvSpPr>
          <p:nvPr/>
        </p:nvSpPr>
        <p:spPr>
          <a:xfrm xmlns:a="http://schemas.openxmlformats.org/drawingml/2006/main">
            <a:off x="100584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4" name="rect-0897">
            <a:extLst xmlns:a="http://schemas.openxmlformats.org/drawingml/2006/main">
              <a:ext uri="{FF2B5EF4-FFF2-40B4-BE49-F238E27FC236}">
                <a16:creationId xmlns:a16="http://schemas.microsoft.com/office/drawing/2014/main" id="{E2AED7EC-F9B7-4C9A-971B-E2BECB88ACEF}"/>
              </a:ext>
            </a:extLst>
          </p:cNvPr>
          <p:cNvSpPr>
            <a:spLocks xmlns:a="http://schemas.openxmlformats.org/drawingml/2006/main" noGrp="1"/>
          </p:cNvSpPr>
          <p:nvPr/>
        </p:nvSpPr>
        <p:spPr>
          <a:xfrm xmlns:a="http://schemas.openxmlformats.org/drawingml/2006/main">
            <a:off x="108966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5" name="rect-0898">
            <a:extLst xmlns:a="http://schemas.openxmlformats.org/drawingml/2006/main">
              <a:ext uri="{FF2B5EF4-FFF2-40B4-BE49-F238E27FC236}">
                <a16:creationId xmlns:a16="http://schemas.microsoft.com/office/drawing/2014/main" id="{436989A5-83B4-4106-9BC9-5C4849092900}"/>
              </a:ext>
            </a:extLst>
          </p:cNvPr>
          <p:cNvSpPr>
            <a:spLocks xmlns:a="http://schemas.openxmlformats.org/drawingml/2006/main" noGrp="1"/>
          </p:cNvSpPr>
          <p:nvPr/>
        </p:nvSpPr>
        <p:spPr>
          <a:xfrm xmlns:a="http://schemas.openxmlformats.org/drawingml/2006/main">
            <a:off x="11734800" y="0"/>
            <a:ext cx="9525" cy="6858000"/>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6" name="rect-0899">
            <a:extLst xmlns:a="http://schemas.openxmlformats.org/drawingml/2006/main">
              <a:ext uri="{FF2B5EF4-FFF2-40B4-BE49-F238E27FC236}">
                <a16:creationId xmlns:a16="http://schemas.microsoft.com/office/drawing/2014/main" id="{E62B4724-9561-432D-BF9F-EB93F00E8FFB}"/>
              </a:ext>
            </a:extLst>
          </p:cNvPr>
          <p:cNvSpPr>
            <a:spLocks xmlns:a="http://schemas.openxmlformats.org/drawingml/2006/main" noGrp="1"/>
          </p:cNvSpPr>
          <p:nvPr/>
        </p:nvSpPr>
        <p:spPr>
          <a:xfrm xmlns:a="http://schemas.openxmlformats.org/drawingml/2006/main">
            <a:off x="0" y="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7" name="rect-0900">
            <a:extLst xmlns:a="http://schemas.openxmlformats.org/drawingml/2006/main">
              <a:ext uri="{FF2B5EF4-FFF2-40B4-BE49-F238E27FC236}">
                <a16:creationId xmlns:a16="http://schemas.microsoft.com/office/drawing/2014/main" id="{E742BE0C-8628-4759-BD86-737AF1ABE950}"/>
              </a:ext>
            </a:extLst>
          </p:cNvPr>
          <p:cNvSpPr>
            <a:spLocks xmlns:a="http://schemas.openxmlformats.org/drawingml/2006/main" noGrp="1"/>
          </p:cNvSpPr>
          <p:nvPr/>
        </p:nvSpPr>
        <p:spPr>
          <a:xfrm xmlns:a="http://schemas.openxmlformats.org/drawingml/2006/main">
            <a:off x="0" y="838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8" name="rect-0901">
            <a:extLst xmlns:a="http://schemas.openxmlformats.org/drawingml/2006/main">
              <a:ext uri="{FF2B5EF4-FFF2-40B4-BE49-F238E27FC236}">
                <a16:creationId xmlns:a16="http://schemas.microsoft.com/office/drawing/2014/main" id="{229DA73F-A1B3-4D7A-AAF6-D53D355ACAD9}"/>
              </a:ext>
            </a:extLst>
          </p:cNvPr>
          <p:cNvSpPr>
            <a:spLocks xmlns:a="http://schemas.openxmlformats.org/drawingml/2006/main" noGrp="1"/>
          </p:cNvSpPr>
          <p:nvPr/>
        </p:nvSpPr>
        <p:spPr>
          <a:xfrm xmlns:a="http://schemas.openxmlformats.org/drawingml/2006/main">
            <a:off x="0" y="1676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19" name="rect-0902">
            <a:extLst xmlns:a="http://schemas.openxmlformats.org/drawingml/2006/main">
              <a:ext uri="{FF2B5EF4-FFF2-40B4-BE49-F238E27FC236}">
                <a16:creationId xmlns:a16="http://schemas.microsoft.com/office/drawing/2014/main" id="{D6BB2995-E181-4C4B-8128-9DA4A9E92480}"/>
              </a:ext>
            </a:extLst>
          </p:cNvPr>
          <p:cNvSpPr>
            <a:spLocks xmlns:a="http://schemas.openxmlformats.org/drawingml/2006/main" noGrp="1"/>
          </p:cNvSpPr>
          <p:nvPr/>
        </p:nvSpPr>
        <p:spPr>
          <a:xfrm xmlns:a="http://schemas.openxmlformats.org/drawingml/2006/main">
            <a:off x="0" y="2514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0" name="rect-0903">
            <a:extLst xmlns:a="http://schemas.openxmlformats.org/drawingml/2006/main">
              <a:ext uri="{FF2B5EF4-FFF2-40B4-BE49-F238E27FC236}">
                <a16:creationId xmlns:a16="http://schemas.microsoft.com/office/drawing/2014/main" id="{6652D272-1A38-42D3-BA6F-8EF6D5FC0A59}"/>
              </a:ext>
            </a:extLst>
          </p:cNvPr>
          <p:cNvSpPr>
            <a:spLocks xmlns:a="http://schemas.openxmlformats.org/drawingml/2006/main" noGrp="1"/>
          </p:cNvSpPr>
          <p:nvPr/>
        </p:nvSpPr>
        <p:spPr>
          <a:xfrm xmlns:a="http://schemas.openxmlformats.org/drawingml/2006/main">
            <a:off x="0" y="33528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1" name="rect-0904">
            <a:extLst xmlns:a="http://schemas.openxmlformats.org/drawingml/2006/main">
              <a:ext uri="{FF2B5EF4-FFF2-40B4-BE49-F238E27FC236}">
                <a16:creationId xmlns:a16="http://schemas.microsoft.com/office/drawing/2014/main" id="{5F37BBA7-27A2-417E-A91D-D649E000A35B}"/>
              </a:ext>
            </a:extLst>
          </p:cNvPr>
          <p:cNvSpPr>
            <a:spLocks xmlns:a="http://schemas.openxmlformats.org/drawingml/2006/main" noGrp="1"/>
          </p:cNvSpPr>
          <p:nvPr/>
        </p:nvSpPr>
        <p:spPr>
          <a:xfrm xmlns:a="http://schemas.openxmlformats.org/drawingml/2006/main">
            <a:off x="0" y="41910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2" name="rect-0905">
            <a:extLst xmlns:a="http://schemas.openxmlformats.org/drawingml/2006/main">
              <a:ext uri="{FF2B5EF4-FFF2-40B4-BE49-F238E27FC236}">
                <a16:creationId xmlns:a16="http://schemas.microsoft.com/office/drawing/2014/main" id="{B0703F89-CE40-4389-A240-53DB0C2C59FE}"/>
              </a:ext>
            </a:extLst>
          </p:cNvPr>
          <p:cNvSpPr>
            <a:spLocks xmlns:a="http://schemas.openxmlformats.org/drawingml/2006/main" noGrp="1"/>
          </p:cNvSpPr>
          <p:nvPr/>
        </p:nvSpPr>
        <p:spPr>
          <a:xfrm xmlns:a="http://schemas.openxmlformats.org/drawingml/2006/main">
            <a:off x="0" y="50292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3" name="rect-0906">
            <a:extLst xmlns:a="http://schemas.openxmlformats.org/drawingml/2006/main">
              <a:ext uri="{FF2B5EF4-FFF2-40B4-BE49-F238E27FC236}">
                <a16:creationId xmlns:a16="http://schemas.microsoft.com/office/drawing/2014/main" id="{D6B3F417-7029-49A8-A24B-495CDBC6E328}"/>
              </a:ext>
            </a:extLst>
          </p:cNvPr>
          <p:cNvSpPr>
            <a:spLocks xmlns:a="http://schemas.openxmlformats.org/drawingml/2006/main" noGrp="1"/>
          </p:cNvSpPr>
          <p:nvPr/>
        </p:nvSpPr>
        <p:spPr>
          <a:xfrm xmlns:a="http://schemas.openxmlformats.org/drawingml/2006/main">
            <a:off x="0" y="58674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4" name="rect-0907">
            <a:extLst xmlns:a="http://schemas.openxmlformats.org/drawingml/2006/main">
              <a:ext uri="{FF2B5EF4-FFF2-40B4-BE49-F238E27FC236}">
                <a16:creationId xmlns:a16="http://schemas.microsoft.com/office/drawing/2014/main" id="{6F74302D-BB67-432F-A73D-4DA12D8B552B}"/>
              </a:ext>
            </a:extLst>
          </p:cNvPr>
          <p:cNvSpPr>
            <a:spLocks xmlns:a="http://schemas.openxmlformats.org/drawingml/2006/main" noGrp="1"/>
          </p:cNvSpPr>
          <p:nvPr/>
        </p:nvSpPr>
        <p:spPr>
          <a:xfrm xmlns:a="http://schemas.openxmlformats.org/drawingml/2006/main">
            <a:off x="0" y="6705600"/>
            <a:ext cx="12192000" cy="9525"/>
          </a:xfrm>
          <a:prstGeom xmlns:a="http://schemas.openxmlformats.org/drawingml/2006/main" prst="rect">
            <a:avLst/>
          </a:prstGeom>
          <a:solidFill xmlns:a="http://schemas.openxmlformats.org/drawingml/2006/main">
            <a:srgbClr val="E9E3D8"/>
          </a:solidFill>
          <a:ln xmlns:a="http://schemas.openxmlformats.org/drawingml/2006/main" w="0">
            <a:noFill/>
            <a:prstDash val="solid"/>
          </a:ln>
        </p:spPr>
      </p:sp>
      <p:sp>
        <p:nvSpPr>
          <p:cNvPr id="25" name="rect-0908">
            <a:extLst xmlns:a="http://schemas.openxmlformats.org/drawingml/2006/main">
              <a:ext uri="{FF2B5EF4-FFF2-40B4-BE49-F238E27FC236}">
                <a16:creationId xmlns:a16="http://schemas.microsoft.com/office/drawing/2014/main" id="{CAD3FF69-81FC-4D50-92F0-6139C8B0AEBB}"/>
              </a:ext>
            </a:extLst>
          </p:cNvPr>
          <p:cNvSpPr>
            <a:spLocks xmlns:a="http://schemas.openxmlformats.org/drawingml/2006/main" noGrp="1"/>
          </p:cNvSpPr>
          <p:nvPr/>
        </p:nvSpPr>
        <p:spPr>
          <a:xfrm xmlns:a="http://schemas.openxmlformats.org/drawingml/2006/main">
            <a:off x="0" y="0"/>
            <a:ext cx="3171825" cy="7620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26" name="rect-0909">
            <a:extLst xmlns:a="http://schemas.openxmlformats.org/drawingml/2006/main">
              <a:ext uri="{FF2B5EF4-FFF2-40B4-BE49-F238E27FC236}">
                <a16:creationId xmlns:a16="http://schemas.microsoft.com/office/drawing/2014/main" id="{AD1E91B5-02BB-4602-949A-5DD25C3C8BEE}"/>
              </a:ext>
            </a:extLst>
          </p:cNvPr>
          <p:cNvSpPr>
            <a:spLocks xmlns:a="http://schemas.openxmlformats.org/drawingml/2006/main" noGrp="1"/>
          </p:cNvSpPr>
          <p:nvPr/>
        </p:nvSpPr>
        <p:spPr>
          <a:xfrm xmlns:a="http://schemas.openxmlformats.org/drawingml/2006/main">
            <a:off x="3171825" y="0"/>
            <a:ext cx="1952625" cy="76200"/>
          </a:xfrm>
          <a:prstGeom xmlns:a="http://schemas.openxmlformats.org/drawingml/2006/main" prst="rect">
            <a:avLst/>
          </a:prstGeom>
          <a:solidFill xmlns:a="http://schemas.openxmlformats.org/drawingml/2006/main">
            <a:srgbClr val="B8842F"/>
          </a:solidFill>
          <a:ln xmlns:a="http://schemas.openxmlformats.org/drawingml/2006/main" w="0">
            <a:noFill/>
            <a:prstDash val="solid"/>
          </a:ln>
        </p:spPr>
      </p:sp>
      <p:sp>
        <p:nvSpPr>
          <p:cNvPr id="27" name="rect-0910">
            <a:extLst xmlns:a="http://schemas.openxmlformats.org/drawingml/2006/main">
              <a:ext uri="{FF2B5EF4-FFF2-40B4-BE49-F238E27FC236}">
                <a16:creationId xmlns:a16="http://schemas.microsoft.com/office/drawing/2014/main" id="{1ECD2758-46F7-49CD-9F42-4601D1CE08CF}"/>
              </a:ext>
            </a:extLst>
          </p:cNvPr>
          <p:cNvSpPr>
            <a:spLocks xmlns:a="http://schemas.openxmlformats.org/drawingml/2006/main" noGrp="1"/>
          </p:cNvSpPr>
          <p:nvPr/>
        </p:nvSpPr>
        <p:spPr>
          <a:xfrm xmlns:a="http://schemas.openxmlformats.org/drawingml/2006/main">
            <a:off x="5124450" y="0"/>
            <a:ext cx="7067550" cy="76200"/>
          </a:xfrm>
          <a:prstGeom xmlns:a="http://schemas.openxmlformats.org/drawingml/2006/main" prst="rect">
            <a:avLst/>
          </a:prstGeom>
          <a:solidFill xmlns:a="http://schemas.openxmlformats.org/drawingml/2006/main">
            <a:srgbClr val="2F5F83"/>
          </a:solidFill>
          <a:ln xmlns:a="http://schemas.openxmlformats.org/drawingml/2006/main" w="0">
            <a:noFill/>
            <a:prstDash val="solid"/>
          </a:ln>
        </p:spPr>
      </p:sp>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9d8b118a92544309">
            <a:extLst>
              <a:ext uri="{96DAC541-7B7A-43D3-8B79-37D633B846F1}">
                <asvg:svgBlip xmlns:asvg="http://schemas.microsoft.com/office/drawing/2016/SVG/main" r:embed="R11506c8261e240ed"/>
              </a:ext>
            </a:extLst>
          </a:blip>
          <a:stretch xmlns:a="http://schemas.openxmlformats.org/drawingml/2006/main"/>
        </p:blipFill>
        <p:spPr>
          <a:xfrm xmlns:a="http://schemas.openxmlformats.org/drawingml/2006/main">
            <a:off x="9871043" y="289560"/>
            <a:ext cx="1863757" cy="539115"/>
          </a:xfrm>
          <a:prstGeom xmlns:a="http://schemas.openxmlformats.org/drawingml/2006/main" prst="rect">
            <a:avLst/>
          </a:prstGeom>
        </p:spPr>
      </p:pic>
      <p:sp>
        <p:nvSpPr>
          <p:cNvPr id="29" name="text-0911">
            <a:extLst xmlns:a="http://schemas.openxmlformats.org/drawingml/2006/main">
              <a:ext uri="{FF2B5EF4-FFF2-40B4-BE49-F238E27FC236}">
                <a16:creationId xmlns:a16="http://schemas.microsoft.com/office/drawing/2014/main" id="{A1B53791-0684-41B8-B2C3-FA61BEA4E0DC}"/>
              </a:ext>
            </a:extLst>
          </p:cNvPr>
          <p:cNvSpPr>
            <a:spLocks xmlns:a="http://schemas.openxmlformats.org/drawingml/2006/main" noGrp="1"/>
          </p:cNvSpPr>
          <p:nvPr/>
        </p:nvSpPr>
        <p:spPr>
          <a:xfrm xmlns:a="http://schemas.openxmlformats.org/drawingml/2006/main">
            <a:off x="685800" y="6572250"/>
            <a:ext cx="2476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87287"/>
                </a:solidFill>
                <a:latin typeface="PingFang SC"/>
                <a:ea typeface="PingFang SC"/>
                <a:cs typeface="PingFang SC"/>
              </a:defRPr>
            </a:pPr>
            <a:r>
              <a:rPr sz="825" b="0">
                <a:solidFill>
                  <a:srgbClr val="687287"/>
                </a:solidFill>
                <a:latin typeface="PingFang SC"/>
                <a:ea typeface="PingFang SC"/>
                <a:cs typeface="PingFang SC"/>
              </a:rPr>
              <a:t>开放东方 · AI使用培训</a:t>
            </a:r>
          </a:p>
        </p:txBody>
      </p:sp>
      <p:sp>
        <p:nvSpPr>
          <p:cNvPr id="30" name="text-0912">
            <a:extLst xmlns:a="http://schemas.openxmlformats.org/drawingml/2006/main">
              <a:ext uri="{FF2B5EF4-FFF2-40B4-BE49-F238E27FC236}">
                <a16:creationId xmlns:a16="http://schemas.microsoft.com/office/drawing/2014/main" id="{C1692DF2-4870-4518-B7AF-F85F32088D21}"/>
              </a:ext>
            </a:extLst>
          </p:cNvPr>
          <p:cNvSpPr>
            <a:spLocks xmlns:a="http://schemas.openxmlformats.org/drawingml/2006/main" noGrp="1"/>
          </p:cNvSpPr>
          <p:nvPr/>
        </p:nvSpPr>
        <p:spPr>
          <a:xfrm xmlns:a="http://schemas.openxmlformats.org/drawingml/2006/main">
            <a:off x="11239500" y="6515100"/>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A74335"/>
                </a:solidFill>
                <a:latin typeface="PingFang SC"/>
                <a:ea typeface="PingFang SC"/>
                <a:cs typeface="PingFang SC"/>
              </a:defRPr>
            </a:pPr>
            <a:r>
              <a:rPr sz="975" b="1">
                <a:solidFill>
                  <a:srgbClr val="A74335"/>
                </a:solidFill>
                <a:latin typeface="PingFang SC"/>
                <a:ea typeface="PingFang SC"/>
                <a:cs typeface="PingFang SC"/>
              </a:rPr>
              <a:t>17</a:t>
            </a:r>
          </a:p>
        </p:txBody>
      </p:sp>
      <p:sp>
        <p:nvSpPr>
          <p:cNvPr id="31" name="rect-0913">
            <a:extLst xmlns:a="http://schemas.openxmlformats.org/drawingml/2006/main">
              <a:ext uri="{FF2B5EF4-FFF2-40B4-BE49-F238E27FC236}">
                <a16:creationId xmlns:a16="http://schemas.microsoft.com/office/drawing/2014/main" id="{5DAA135C-B8F7-4BC5-A052-150CBEBCCAE9}"/>
              </a:ext>
            </a:extLst>
          </p:cNvPr>
          <p:cNvSpPr>
            <a:spLocks xmlns:a="http://schemas.openxmlformats.org/drawingml/2006/main" noGrp="1"/>
          </p:cNvSpPr>
          <p:nvPr/>
        </p:nvSpPr>
        <p:spPr>
          <a:xfrm xmlns:a="http://schemas.openxmlformats.org/drawingml/2006/main">
            <a:off x="685800" y="619125"/>
            <a:ext cx="323850" cy="28575"/>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32" name="text-0914">
            <a:extLst xmlns:a="http://schemas.openxmlformats.org/drawingml/2006/main">
              <a:ext uri="{FF2B5EF4-FFF2-40B4-BE49-F238E27FC236}">
                <a16:creationId xmlns:a16="http://schemas.microsoft.com/office/drawing/2014/main" id="{039CEF3D-53FC-4446-96E8-275B3E3CBCAB}"/>
              </a:ext>
            </a:extLst>
          </p:cNvPr>
          <p:cNvSpPr>
            <a:spLocks xmlns:a="http://schemas.openxmlformats.org/drawingml/2006/main" noGrp="1"/>
          </p:cNvSpPr>
          <p:nvPr/>
        </p:nvSpPr>
        <p:spPr>
          <a:xfrm xmlns:a="http://schemas.openxmlformats.org/drawingml/2006/main">
            <a:off x="1123950" y="504825"/>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335"/>
                </a:solidFill>
                <a:latin typeface="PingFang SC"/>
                <a:ea typeface="PingFang SC"/>
                <a:cs typeface="PingFang SC"/>
              </a:defRPr>
            </a:pPr>
            <a:r>
              <a:rPr sz="1125" b="1">
                <a:solidFill>
                  <a:srgbClr val="A74335"/>
                </a:solidFill>
                <a:latin typeface="PingFang SC"/>
                <a:ea typeface="PingFang SC"/>
                <a:cs typeface="PingFang SC"/>
              </a:rPr>
              <a:t>16 · 把认知变成行动</a:t>
            </a:r>
          </a:p>
        </p:txBody>
      </p:sp>
      <p:sp>
        <p:nvSpPr>
          <p:cNvPr id="33" name="text-0915">
            <a:extLst xmlns:a="http://schemas.openxmlformats.org/drawingml/2006/main">
              <a:ext uri="{FF2B5EF4-FFF2-40B4-BE49-F238E27FC236}">
                <a16:creationId xmlns:a16="http://schemas.microsoft.com/office/drawing/2014/main" id="{8654B899-DE2A-4D56-99DD-1D3B31E5E63C}"/>
              </a:ext>
            </a:extLst>
          </p:cNvPr>
          <p:cNvSpPr>
            <a:spLocks xmlns:a="http://schemas.openxmlformats.org/drawingml/2006/main" noGrp="1"/>
          </p:cNvSpPr>
          <p:nvPr/>
        </p:nvSpPr>
        <p:spPr>
          <a:xfrm xmlns:a="http://schemas.openxmlformats.org/drawingml/2006/main">
            <a:off x="685800" y="981075"/>
            <a:ext cx="10820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l">
              <a:lnSpc>
                <a:spcPct val="95000"/>
              </a:lnSpc>
              <a:buNone/>
              <a:defRPr sz="4200" b="1">
                <a:solidFill>
                  <a:srgbClr val="182338"/>
                </a:solidFill>
                <a:latin typeface="Songti SC"/>
                <a:ea typeface="Songti SC"/>
                <a:cs typeface="Songti SC"/>
              </a:defRPr>
            </a:pPr>
            <a:r>
              <a:rPr sz="4200" b="1">
                <a:solidFill>
                  <a:srgbClr val="182338"/>
                </a:solidFill>
                <a:latin typeface="Songti SC"/>
                <a:ea typeface="Songti SC"/>
                <a:cs typeface="Songti SC"/>
              </a:rPr>
              <a:t>从明天开始，</a:t>
            </a:r>
          </a:p>
          <a:p xmlns:a="http://schemas.openxmlformats.org/drawingml/2006/main">
            <a:pPr algn="l">
              <a:lnSpc>
                <a:spcPct val="95000"/>
              </a:lnSpc>
              <a:buNone/>
              <a:defRPr sz="4200" b="1">
                <a:solidFill>
                  <a:srgbClr val="182338"/>
                </a:solidFill>
                <a:latin typeface="Songti SC"/>
                <a:ea typeface="Songti SC"/>
                <a:cs typeface="Songti SC"/>
              </a:defRPr>
            </a:pPr>
            <a:r>
              <a:rPr sz="4200" b="1">
                <a:solidFill>
                  <a:srgbClr val="182338"/>
                </a:solidFill>
                <a:latin typeface="Songti SC"/>
                <a:ea typeface="Songti SC"/>
                <a:cs typeface="Songti SC"/>
              </a:rPr>
              <a:t>只选一个真实任务</a:t>
            </a:r>
          </a:p>
        </p:txBody>
      </p:sp>
      <p:sp>
        <p:nvSpPr>
          <p:cNvPr id="34" name="text-0916">
            <a:extLst xmlns:a="http://schemas.openxmlformats.org/drawingml/2006/main">
              <a:ext uri="{FF2B5EF4-FFF2-40B4-BE49-F238E27FC236}">
                <a16:creationId xmlns:a16="http://schemas.microsoft.com/office/drawing/2014/main" id="{B3E8A966-0440-4CBD-A37F-F5F529742B7C}"/>
              </a:ext>
            </a:extLst>
          </p:cNvPr>
          <p:cNvSpPr>
            <a:spLocks xmlns:a="http://schemas.openxmlformats.org/drawingml/2006/main" noGrp="1"/>
          </p:cNvSpPr>
          <p:nvPr/>
        </p:nvSpPr>
        <p:spPr>
          <a:xfrm xmlns:a="http://schemas.openxmlformats.org/drawingml/2006/main">
            <a:off x="685800" y="285750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A74335"/>
                </a:solidFill>
                <a:latin typeface="Songti SC"/>
                <a:ea typeface="Songti SC"/>
                <a:cs typeface="Songti SC"/>
              </a:defRPr>
            </a:pPr>
            <a:r>
              <a:rPr sz="2325" b="1">
                <a:solidFill>
                  <a:srgbClr val="A74335"/>
                </a:solidFill>
                <a:latin typeface="Songti SC"/>
                <a:ea typeface="Songti SC"/>
                <a:cs typeface="Songti SC"/>
              </a:rPr>
              <a:t>01</a:t>
            </a:r>
          </a:p>
        </p:txBody>
      </p:sp>
      <p:sp>
        <p:nvSpPr>
          <p:cNvPr id="35" name="text-0917">
            <a:extLst xmlns:a="http://schemas.openxmlformats.org/drawingml/2006/main">
              <a:ext uri="{FF2B5EF4-FFF2-40B4-BE49-F238E27FC236}">
                <a16:creationId xmlns:a16="http://schemas.microsoft.com/office/drawing/2014/main" id="{D4807CDB-C6D0-442A-9BCA-3F6DF519C458}"/>
              </a:ext>
            </a:extLst>
          </p:cNvPr>
          <p:cNvSpPr>
            <a:spLocks xmlns:a="http://schemas.openxmlformats.org/drawingml/2006/main" noGrp="1"/>
          </p:cNvSpPr>
          <p:nvPr/>
        </p:nvSpPr>
        <p:spPr>
          <a:xfrm xmlns:a="http://schemas.openxmlformats.org/drawingml/2006/main">
            <a:off x="685800" y="3409950"/>
            <a:ext cx="1571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82338"/>
                </a:solidFill>
                <a:latin typeface="PingFang SC"/>
                <a:ea typeface="PingFang SC"/>
                <a:cs typeface="PingFang SC"/>
              </a:defRPr>
            </a:pPr>
            <a:r>
              <a:rPr sz="1800" b="1">
                <a:solidFill>
                  <a:srgbClr val="182338"/>
                </a:solidFill>
                <a:latin typeface="PingFang SC"/>
                <a:ea typeface="PingFang SC"/>
                <a:cs typeface="PingFang SC"/>
              </a:rPr>
              <a:t>选任务</a:t>
            </a:r>
          </a:p>
        </p:txBody>
      </p:sp>
      <p:sp>
        <p:nvSpPr>
          <p:cNvPr id="36" name="text-0918">
            <a:extLst xmlns:a="http://schemas.openxmlformats.org/drawingml/2006/main">
              <a:ext uri="{FF2B5EF4-FFF2-40B4-BE49-F238E27FC236}">
                <a16:creationId xmlns:a16="http://schemas.microsoft.com/office/drawing/2014/main" id="{D517723E-AF3D-43C3-9F12-2504A229389B}"/>
              </a:ext>
            </a:extLst>
          </p:cNvPr>
          <p:cNvSpPr>
            <a:spLocks xmlns:a="http://schemas.openxmlformats.org/drawingml/2006/main" noGrp="1"/>
          </p:cNvSpPr>
          <p:nvPr/>
        </p:nvSpPr>
        <p:spPr>
          <a:xfrm xmlns:a="http://schemas.openxmlformats.org/drawingml/2006/main">
            <a:off x="685800" y="3886200"/>
            <a:ext cx="1571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287"/>
                </a:solidFill>
                <a:latin typeface="PingFang SC"/>
                <a:ea typeface="PingFang SC"/>
                <a:cs typeface="PingFang SC"/>
              </a:defRPr>
            </a:pPr>
            <a:r>
              <a:rPr sz="1200" b="0">
                <a:solidFill>
                  <a:srgbClr val="687287"/>
                </a:solidFill>
                <a:latin typeface="PingFang SC"/>
                <a:ea typeface="PingFang SC"/>
                <a:cs typeface="PingFang SC"/>
              </a:rPr>
              <a:t>高频、边界清楚、结果可验证</a:t>
            </a:r>
          </a:p>
        </p:txBody>
      </p:sp>
      <p:sp>
        <p:nvSpPr>
          <p:cNvPr id="37" name="text-0919">
            <a:extLst xmlns:a="http://schemas.openxmlformats.org/drawingml/2006/main">
              <a:ext uri="{FF2B5EF4-FFF2-40B4-BE49-F238E27FC236}">
                <a16:creationId xmlns:a16="http://schemas.microsoft.com/office/drawing/2014/main" id="{D8D425B5-79DB-4961-B9A5-28A7FE0A731B}"/>
              </a:ext>
            </a:extLst>
          </p:cNvPr>
          <p:cNvSpPr>
            <a:spLocks xmlns:a="http://schemas.openxmlformats.org/drawingml/2006/main" noGrp="1"/>
          </p:cNvSpPr>
          <p:nvPr/>
        </p:nvSpPr>
        <p:spPr>
          <a:xfrm xmlns:a="http://schemas.openxmlformats.org/drawingml/2006/main">
            <a:off x="2305050" y="352425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950" b="1">
                <a:solidFill>
                  <a:srgbClr val="A74335"/>
                </a:solidFill>
                <a:latin typeface="PingFang SC"/>
                <a:ea typeface="PingFang SC"/>
                <a:cs typeface="PingFang SC"/>
              </a:defRPr>
            </a:pPr>
            <a:r>
              <a:rPr sz="1950" b="1">
                <a:solidFill>
                  <a:srgbClr val="A74335"/>
                </a:solidFill>
                <a:latin typeface="PingFang SC"/>
                <a:ea typeface="PingFang SC"/>
                <a:cs typeface="PingFang SC"/>
              </a:rPr>
              <a:t>→</a:t>
            </a:r>
          </a:p>
        </p:txBody>
      </p:sp>
      <p:sp>
        <p:nvSpPr>
          <p:cNvPr id="38" name="text-0920">
            <a:extLst xmlns:a="http://schemas.openxmlformats.org/drawingml/2006/main">
              <a:ext uri="{FF2B5EF4-FFF2-40B4-BE49-F238E27FC236}">
                <a16:creationId xmlns:a16="http://schemas.microsoft.com/office/drawing/2014/main" id="{89BEF027-ECA3-4857-BF72-02664AF8E888}"/>
              </a:ext>
            </a:extLst>
          </p:cNvPr>
          <p:cNvSpPr>
            <a:spLocks xmlns:a="http://schemas.openxmlformats.org/drawingml/2006/main" noGrp="1"/>
          </p:cNvSpPr>
          <p:nvPr/>
        </p:nvSpPr>
        <p:spPr>
          <a:xfrm xmlns:a="http://schemas.openxmlformats.org/drawingml/2006/main">
            <a:off x="2733675" y="285750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A74335"/>
                </a:solidFill>
                <a:latin typeface="Songti SC"/>
                <a:ea typeface="Songti SC"/>
                <a:cs typeface="Songti SC"/>
              </a:defRPr>
            </a:pPr>
            <a:r>
              <a:rPr sz="2325" b="1">
                <a:solidFill>
                  <a:srgbClr val="A74335"/>
                </a:solidFill>
                <a:latin typeface="Songti SC"/>
                <a:ea typeface="Songti SC"/>
                <a:cs typeface="Songti SC"/>
              </a:rPr>
              <a:t>02</a:t>
            </a:r>
          </a:p>
        </p:txBody>
      </p:sp>
      <p:sp>
        <p:nvSpPr>
          <p:cNvPr id="39" name="text-0921">
            <a:extLst xmlns:a="http://schemas.openxmlformats.org/drawingml/2006/main">
              <a:ext uri="{FF2B5EF4-FFF2-40B4-BE49-F238E27FC236}">
                <a16:creationId xmlns:a16="http://schemas.microsoft.com/office/drawing/2014/main" id="{8527A2BA-22CD-41EE-A410-FE01A67EE4D4}"/>
              </a:ext>
            </a:extLst>
          </p:cNvPr>
          <p:cNvSpPr>
            <a:spLocks xmlns:a="http://schemas.openxmlformats.org/drawingml/2006/main" noGrp="1"/>
          </p:cNvSpPr>
          <p:nvPr/>
        </p:nvSpPr>
        <p:spPr>
          <a:xfrm xmlns:a="http://schemas.openxmlformats.org/drawingml/2006/main">
            <a:off x="2733675" y="3409950"/>
            <a:ext cx="1571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82338"/>
                </a:solidFill>
                <a:latin typeface="PingFang SC"/>
                <a:ea typeface="PingFang SC"/>
                <a:cs typeface="PingFang SC"/>
              </a:defRPr>
            </a:pPr>
            <a:r>
              <a:rPr sz="1800" b="1">
                <a:solidFill>
                  <a:srgbClr val="182338"/>
                </a:solidFill>
                <a:latin typeface="PingFang SC"/>
                <a:ea typeface="PingFang SC"/>
                <a:cs typeface="PingFang SC"/>
              </a:rPr>
              <a:t>写任务单</a:t>
            </a:r>
          </a:p>
        </p:txBody>
      </p:sp>
      <p:sp>
        <p:nvSpPr>
          <p:cNvPr id="40" name="text-0922">
            <a:extLst xmlns:a="http://schemas.openxmlformats.org/drawingml/2006/main">
              <a:ext uri="{FF2B5EF4-FFF2-40B4-BE49-F238E27FC236}">
                <a16:creationId xmlns:a16="http://schemas.microsoft.com/office/drawing/2014/main" id="{01861025-3C81-4FAD-9D36-3AC18B9D8919}"/>
              </a:ext>
            </a:extLst>
          </p:cNvPr>
          <p:cNvSpPr>
            <a:spLocks xmlns:a="http://schemas.openxmlformats.org/drawingml/2006/main" noGrp="1"/>
          </p:cNvSpPr>
          <p:nvPr/>
        </p:nvSpPr>
        <p:spPr>
          <a:xfrm xmlns:a="http://schemas.openxmlformats.org/drawingml/2006/main">
            <a:off x="2733675" y="3886200"/>
            <a:ext cx="1571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287"/>
                </a:solidFill>
                <a:latin typeface="PingFang SC"/>
                <a:ea typeface="PingFang SC"/>
                <a:cs typeface="PingFang SC"/>
              </a:defRPr>
            </a:pPr>
            <a:r>
              <a:rPr sz="1200" b="0">
                <a:solidFill>
                  <a:srgbClr val="687287"/>
                </a:solidFill>
                <a:latin typeface="PingFang SC"/>
                <a:ea typeface="PingFang SC"/>
                <a:cs typeface="PingFang SC"/>
              </a:rPr>
              <a:t>目标、资料、输出、验收和边界</a:t>
            </a:r>
          </a:p>
        </p:txBody>
      </p:sp>
      <p:sp>
        <p:nvSpPr>
          <p:cNvPr id="41" name="text-0923">
            <a:extLst xmlns:a="http://schemas.openxmlformats.org/drawingml/2006/main">
              <a:ext uri="{FF2B5EF4-FFF2-40B4-BE49-F238E27FC236}">
                <a16:creationId xmlns:a16="http://schemas.microsoft.com/office/drawing/2014/main" id="{CE4995D6-BB3D-4C71-A89C-7EAE61473572}"/>
              </a:ext>
            </a:extLst>
          </p:cNvPr>
          <p:cNvSpPr>
            <a:spLocks xmlns:a="http://schemas.openxmlformats.org/drawingml/2006/main" noGrp="1"/>
          </p:cNvSpPr>
          <p:nvPr/>
        </p:nvSpPr>
        <p:spPr>
          <a:xfrm xmlns:a="http://schemas.openxmlformats.org/drawingml/2006/main">
            <a:off x="4352925" y="352425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950" b="1">
                <a:solidFill>
                  <a:srgbClr val="A74335"/>
                </a:solidFill>
                <a:latin typeface="PingFang SC"/>
                <a:ea typeface="PingFang SC"/>
                <a:cs typeface="PingFang SC"/>
              </a:defRPr>
            </a:pPr>
            <a:r>
              <a:rPr sz="1950" b="1">
                <a:solidFill>
                  <a:srgbClr val="A74335"/>
                </a:solidFill>
                <a:latin typeface="PingFang SC"/>
                <a:ea typeface="PingFang SC"/>
                <a:cs typeface="PingFang SC"/>
              </a:rPr>
              <a:t>→</a:t>
            </a:r>
          </a:p>
        </p:txBody>
      </p:sp>
      <p:sp>
        <p:nvSpPr>
          <p:cNvPr id="42" name="text-0924">
            <a:extLst xmlns:a="http://schemas.openxmlformats.org/drawingml/2006/main">
              <a:ext uri="{FF2B5EF4-FFF2-40B4-BE49-F238E27FC236}">
                <a16:creationId xmlns:a16="http://schemas.microsoft.com/office/drawing/2014/main" id="{28D86475-5D4C-4E01-A326-325A6CD4EA28}"/>
              </a:ext>
            </a:extLst>
          </p:cNvPr>
          <p:cNvSpPr>
            <a:spLocks xmlns:a="http://schemas.openxmlformats.org/drawingml/2006/main" noGrp="1"/>
          </p:cNvSpPr>
          <p:nvPr/>
        </p:nvSpPr>
        <p:spPr>
          <a:xfrm xmlns:a="http://schemas.openxmlformats.org/drawingml/2006/main">
            <a:off x="4781550" y="285750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A74335"/>
                </a:solidFill>
                <a:latin typeface="Songti SC"/>
                <a:ea typeface="Songti SC"/>
                <a:cs typeface="Songti SC"/>
              </a:defRPr>
            </a:pPr>
            <a:r>
              <a:rPr sz="2325" b="1">
                <a:solidFill>
                  <a:srgbClr val="A74335"/>
                </a:solidFill>
                <a:latin typeface="Songti SC"/>
                <a:ea typeface="Songti SC"/>
                <a:cs typeface="Songti SC"/>
              </a:rPr>
              <a:t>03</a:t>
            </a:r>
          </a:p>
        </p:txBody>
      </p:sp>
      <p:sp>
        <p:nvSpPr>
          <p:cNvPr id="43" name="text-0925">
            <a:extLst xmlns:a="http://schemas.openxmlformats.org/drawingml/2006/main">
              <a:ext uri="{FF2B5EF4-FFF2-40B4-BE49-F238E27FC236}">
                <a16:creationId xmlns:a16="http://schemas.microsoft.com/office/drawing/2014/main" id="{772C1D04-CC47-48D3-98F0-DF06DF61D686}"/>
              </a:ext>
            </a:extLst>
          </p:cNvPr>
          <p:cNvSpPr>
            <a:spLocks xmlns:a="http://schemas.openxmlformats.org/drawingml/2006/main" noGrp="1"/>
          </p:cNvSpPr>
          <p:nvPr/>
        </p:nvSpPr>
        <p:spPr>
          <a:xfrm xmlns:a="http://schemas.openxmlformats.org/drawingml/2006/main">
            <a:off x="4781550" y="3409950"/>
            <a:ext cx="1571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82338"/>
                </a:solidFill>
                <a:latin typeface="PingFang SC"/>
                <a:ea typeface="PingFang SC"/>
                <a:cs typeface="PingFang SC"/>
              </a:defRPr>
            </a:pPr>
            <a:r>
              <a:rPr sz="1800" b="1">
                <a:solidFill>
                  <a:srgbClr val="182338"/>
                </a:solidFill>
                <a:latin typeface="PingFang SC"/>
                <a:ea typeface="PingFang SC"/>
                <a:cs typeface="PingFang SC"/>
              </a:rPr>
              <a:t>让AI先做</a:t>
            </a:r>
          </a:p>
        </p:txBody>
      </p:sp>
      <p:sp>
        <p:nvSpPr>
          <p:cNvPr id="44" name="text-0926">
            <a:extLst xmlns:a="http://schemas.openxmlformats.org/drawingml/2006/main">
              <a:ext uri="{FF2B5EF4-FFF2-40B4-BE49-F238E27FC236}">
                <a16:creationId xmlns:a16="http://schemas.microsoft.com/office/drawing/2014/main" id="{26C37949-FCAE-45BA-BAD3-51B21FA0B0E2}"/>
              </a:ext>
            </a:extLst>
          </p:cNvPr>
          <p:cNvSpPr>
            <a:spLocks xmlns:a="http://schemas.openxmlformats.org/drawingml/2006/main" noGrp="1"/>
          </p:cNvSpPr>
          <p:nvPr/>
        </p:nvSpPr>
        <p:spPr>
          <a:xfrm xmlns:a="http://schemas.openxmlformats.org/drawingml/2006/main">
            <a:off x="4781550" y="3886200"/>
            <a:ext cx="1571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287"/>
                </a:solidFill>
                <a:latin typeface="PingFang SC"/>
                <a:ea typeface="PingFang SC"/>
                <a:cs typeface="PingFang SC"/>
              </a:defRPr>
            </a:pPr>
            <a:r>
              <a:rPr sz="1200" b="0">
                <a:solidFill>
                  <a:srgbClr val="687287"/>
                </a:solidFill>
                <a:latin typeface="PingFang SC"/>
                <a:ea typeface="PingFang SC"/>
                <a:cs typeface="PingFang SC"/>
              </a:rPr>
              <a:t>先出初稿，再补资料和验证</a:t>
            </a:r>
          </a:p>
        </p:txBody>
      </p:sp>
      <p:sp>
        <p:nvSpPr>
          <p:cNvPr id="45" name="text-0927">
            <a:extLst xmlns:a="http://schemas.openxmlformats.org/drawingml/2006/main">
              <a:ext uri="{FF2B5EF4-FFF2-40B4-BE49-F238E27FC236}">
                <a16:creationId xmlns:a16="http://schemas.microsoft.com/office/drawing/2014/main" id="{E806BBAC-CDAC-4A01-964D-89935A36A468}"/>
              </a:ext>
            </a:extLst>
          </p:cNvPr>
          <p:cNvSpPr>
            <a:spLocks xmlns:a="http://schemas.openxmlformats.org/drawingml/2006/main" noGrp="1"/>
          </p:cNvSpPr>
          <p:nvPr/>
        </p:nvSpPr>
        <p:spPr>
          <a:xfrm xmlns:a="http://schemas.openxmlformats.org/drawingml/2006/main">
            <a:off x="6400800" y="352425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950" b="1">
                <a:solidFill>
                  <a:srgbClr val="A74335"/>
                </a:solidFill>
                <a:latin typeface="PingFang SC"/>
                <a:ea typeface="PingFang SC"/>
                <a:cs typeface="PingFang SC"/>
              </a:defRPr>
            </a:pPr>
            <a:r>
              <a:rPr sz="1950" b="1">
                <a:solidFill>
                  <a:srgbClr val="A74335"/>
                </a:solidFill>
                <a:latin typeface="PingFang SC"/>
                <a:ea typeface="PingFang SC"/>
                <a:cs typeface="PingFang SC"/>
              </a:rPr>
              <a:t>→</a:t>
            </a:r>
          </a:p>
        </p:txBody>
      </p:sp>
      <p:sp>
        <p:nvSpPr>
          <p:cNvPr id="46" name="text-0928">
            <a:extLst xmlns:a="http://schemas.openxmlformats.org/drawingml/2006/main">
              <a:ext uri="{FF2B5EF4-FFF2-40B4-BE49-F238E27FC236}">
                <a16:creationId xmlns:a16="http://schemas.microsoft.com/office/drawing/2014/main" id="{82446D2B-9C78-4906-95FD-A43B6809D40A}"/>
              </a:ext>
            </a:extLst>
          </p:cNvPr>
          <p:cNvSpPr>
            <a:spLocks xmlns:a="http://schemas.openxmlformats.org/drawingml/2006/main" noGrp="1"/>
          </p:cNvSpPr>
          <p:nvPr/>
        </p:nvSpPr>
        <p:spPr>
          <a:xfrm xmlns:a="http://schemas.openxmlformats.org/drawingml/2006/main">
            <a:off x="6829425" y="285750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A74335"/>
                </a:solidFill>
                <a:latin typeface="Songti SC"/>
                <a:ea typeface="Songti SC"/>
                <a:cs typeface="Songti SC"/>
              </a:defRPr>
            </a:pPr>
            <a:r>
              <a:rPr sz="2325" b="1">
                <a:solidFill>
                  <a:srgbClr val="A74335"/>
                </a:solidFill>
                <a:latin typeface="Songti SC"/>
                <a:ea typeface="Songti SC"/>
                <a:cs typeface="Songti SC"/>
              </a:rPr>
              <a:t>04</a:t>
            </a:r>
          </a:p>
        </p:txBody>
      </p:sp>
      <p:sp>
        <p:nvSpPr>
          <p:cNvPr id="47" name="text-0929">
            <a:extLst xmlns:a="http://schemas.openxmlformats.org/drawingml/2006/main">
              <a:ext uri="{FF2B5EF4-FFF2-40B4-BE49-F238E27FC236}">
                <a16:creationId xmlns:a16="http://schemas.microsoft.com/office/drawing/2014/main" id="{41EB3497-DFE1-4700-9CDC-FEB59F47E48E}"/>
              </a:ext>
            </a:extLst>
          </p:cNvPr>
          <p:cNvSpPr>
            <a:spLocks xmlns:a="http://schemas.openxmlformats.org/drawingml/2006/main" noGrp="1"/>
          </p:cNvSpPr>
          <p:nvPr/>
        </p:nvSpPr>
        <p:spPr>
          <a:xfrm xmlns:a="http://schemas.openxmlformats.org/drawingml/2006/main">
            <a:off x="6829425" y="3409950"/>
            <a:ext cx="1571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82338"/>
                </a:solidFill>
                <a:latin typeface="PingFang SC"/>
                <a:ea typeface="PingFang SC"/>
                <a:cs typeface="PingFang SC"/>
              </a:defRPr>
            </a:pPr>
            <a:r>
              <a:rPr sz="1800" b="1">
                <a:solidFill>
                  <a:srgbClr val="182338"/>
                </a:solidFill>
                <a:latin typeface="PingFang SC"/>
                <a:ea typeface="PingFang SC"/>
                <a:cs typeface="PingFang SC"/>
              </a:rPr>
              <a:t>沉淀方法</a:t>
            </a:r>
          </a:p>
        </p:txBody>
      </p:sp>
      <p:sp>
        <p:nvSpPr>
          <p:cNvPr id="48" name="text-0930">
            <a:extLst xmlns:a="http://schemas.openxmlformats.org/drawingml/2006/main">
              <a:ext uri="{FF2B5EF4-FFF2-40B4-BE49-F238E27FC236}">
                <a16:creationId xmlns:a16="http://schemas.microsoft.com/office/drawing/2014/main" id="{FC19F4B0-A3D9-41C9-A51C-6C157AB8645B}"/>
              </a:ext>
            </a:extLst>
          </p:cNvPr>
          <p:cNvSpPr>
            <a:spLocks xmlns:a="http://schemas.openxmlformats.org/drawingml/2006/main" noGrp="1"/>
          </p:cNvSpPr>
          <p:nvPr/>
        </p:nvSpPr>
        <p:spPr>
          <a:xfrm xmlns:a="http://schemas.openxmlformats.org/drawingml/2006/main">
            <a:off x="6829425" y="3886200"/>
            <a:ext cx="1571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287"/>
                </a:solidFill>
                <a:latin typeface="PingFang SC"/>
                <a:ea typeface="PingFang SC"/>
                <a:cs typeface="PingFang SC"/>
              </a:defRPr>
            </a:pPr>
            <a:r>
              <a:rPr sz="1200" b="0">
                <a:solidFill>
                  <a:srgbClr val="687287"/>
                </a:solidFill>
                <a:latin typeface="PingFang SC"/>
                <a:ea typeface="PingFang SC"/>
                <a:cs typeface="PingFang SC"/>
              </a:rPr>
              <a:t>留下下次可以复用的流程</a:t>
            </a:r>
          </a:p>
        </p:txBody>
      </p:sp>
      <p:sp>
        <p:nvSpPr>
          <p:cNvPr id="49" name="rect-0931">
            <a:extLst xmlns:a="http://schemas.openxmlformats.org/drawingml/2006/main">
              <a:ext uri="{FF2B5EF4-FFF2-40B4-BE49-F238E27FC236}">
                <a16:creationId xmlns:a16="http://schemas.microsoft.com/office/drawing/2014/main" id="{B65FE1C2-C777-4BFC-9589-47A4783E05E1}"/>
              </a:ext>
            </a:extLst>
          </p:cNvPr>
          <p:cNvSpPr>
            <a:spLocks xmlns:a="http://schemas.openxmlformats.org/drawingml/2006/main" noGrp="1"/>
          </p:cNvSpPr>
          <p:nvPr/>
        </p:nvSpPr>
        <p:spPr>
          <a:xfrm xmlns:a="http://schemas.openxmlformats.org/drawingml/2006/main">
            <a:off x="8905875" y="2667000"/>
            <a:ext cx="2600325" cy="2381250"/>
          </a:xfrm>
          <a:prstGeom xmlns:a="http://schemas.openxmlformats.org/drawingml/2006/main" prst="rect">
            <a:avLst/>
          </a:prstGeom>
          <a:solidFill xmlns:a="http://schemas.openxmlformats.org/drawingml/2006/main">
            <a:srgbClr val="FFFDF8"/>
          </a:solidFill>
          <a:ln xmlns:a="http://schemas.openxmlformats.org/drawingml/2006/main" w="9525">
            <a:solidFill>
              <a:srgbClr val="D8D2C5"/>
            </a:solidFill>
            <a:prstDash val="solid"/>
          </a:ln>
        </p:spPr>
      </p:sp>
      <p:sp>
        <p:nvSpPr>
          <p:cNvPr id="50" name="text-0932">
            <a:extLst xmlns:a="http://schemas.openxmlformats.org/drawingml/2006/main">
              <a:ext uri="{FF2B5EF4-FFF2-40B4-BE49-F238E27FC236}">
                <a16:creationId xmlns:a16="http://schemas.microsoft.com/office/drawing/2014/main" id="{4DB48D86-26CB-4738-B849-54640640973B}"/>
              </a:ext>
            </a:extLst>
          </p:cNvPr>
          <p:cNvSpPr>
            <a:spLocks xmlns:a="http://schemas.openxmlformats.org/drawingml/2006/main" noGrp="1"/>
          </p:cNvSpPr>
          <p:nvPr/>
        </p:nvSpPr>
        <p:spPr>
          <a:xfrm xmlns:a="http://schemas.openxmlformats.org/drawingml/2006/main">
            <a:off x="9144000" y="2933700"/>
            <a:ext cx="2143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A74335"/>
                </a:solidFill>
                <a:latin typeface="PingFang SC"/>
                <a:ea typeface="PingFang SC"/>
                <a:cs typeface="PingFang SC"/>
              </a:defRPr>
            </a:pPr>
            <a:r>
              <a:rPr sz="1575" b="1">
                <a:solidFill>
                  <a:srgbClr val="A74335"/>
                </a:solidFill>
                <a:latin typeface="PingFang SC"/>
                <a:ea typeface="PingFang SC"/>
                <a:cs typeface="PingFang SC"/>
              </a:rPr>
              <a:t>最后记住三句话</a:t>
            </a:r>
          </a:p>
        </p:txBody>
      </p:sp>
      <p:sp>
        <p:nvSpPr>
          <p:cNvPr id="51" name="text-0933">
            <a:extLst xmlns:a="http://schemas.openxmlformats.org/drawingml/2006/main">
              <a:ext uri="{FF2B5EF4-FFF2-40B4-BE49-F238E27FC236}">
                <a16:creationId xmlns:a16="http://schemas.microsoft.com/office/drawing/2014/main" id="{07700F66-42F5-4174-84E4-2C5650B12424}"/>
              </a:ext>
            </a:extLst>
          </p:cNvPr>
          <p:cNvSpPr>
            <a:spLocks xmlns:a="http://schemas.openxmlformats.org/drawingml/2006/main" noGrp="1"/>
          </p:cNvSpPr>
          <p:nvPr/>
        </p:nvSpPr>
        <p:spPr>
          <a:xfrm xmlns:a="http://schemas.openxmlformats.org/drawingml/2006/main">
            <a:off x="9144000" y="3476625"/>
            <a:ext cx="20955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678"/>
          </a:bodyPr>
          <a:lstStyle xmlns:a="http://schemas.openxmlformats.org/drawingml/2006/main"/>
          <a:p xmlns:a="http://schemas.openxmlformats.org/drawingml/2006/main">
            <a:pPr algn="l">
              <a:lnSpc>
                <a:spcPct val="105000"/>
              </a:lnSpc>
              <a:buNone/>
              <a:defRPr sz="1575" b="1">
                <a:solidFill>
                  <a:srgbClr val="182338"/>
                </a:solidFill>
                <a:latin typeface="PingFang SC"/>
                <a:ea typeface="PingFang SC"/>
                <a:cs typeface="PingFang SC"/>
              </a:defRPr>
            </a:pPr>
            <a:r>
              <a:rPr sz="1575" b="1">
                <a:solidFill>
                  <a:srgbClr val="182338"/>
                </a:solidFill>
                <a:latin typeface="PingFang SC"/>
                <a:ea typeface="PingFang SC"/>
                <a:cs typeface="PingFang SC"/>
              </a:rPr>
              <a:t>AI放大部分脑力。</a:t>
            </a:r>
          </a:p>
          <a:p xmlns:a="http://schemas.openxmlformats.org/drawingml/2006/main">
            <a:r>
              <a:t/>
            </a:r>
          </a:p>
          <a:p xmlns:a="http://schemas.openxmlformats.org/drawingml/2006/main">
            <a:pPr algn="l">
              <a:lnSpc>
                <a:spcPct val="105000"/>
              </a:lnSpc>
              <a:buNone/>
              <a:defRPr sz="1575" b="1">
                <a:solidFill>
                  <a:srgbClr val="182338"/>
                </a:solidFill>
                <a:latin typeface="PingFang SC"/>
                <a:ea typeface="PingFang SC"/>
                <a:cs typeface="PingFang SC"/>
              </a:defRPr>
            </a:pPr>
            <a:r>
              <a:rPr sz="1575" b="1">
                <a:solidFill>
                  <a:srgbClr val="182338"/>
                </a:solidFill>
                <a:latin typeface="PingFang SC"/>
                <a:ea typeface="PingFang SC"/>
                <a:cs typeface="PingFang SC"/>
              </a:rPr>
              <a:t>大模型提供能力，</a:t>
            </a:r>
          </a:p>
          <a:p xmlns:a="http://schemas.openxmlformats.org/drawingml/2006/main">
            <a:pPr algn="l">
              <a:lnSpc>
                <a:spcPct val="105000"/>
              </a:lnSpc>
              <a:buNone/>
              <a:defRPr sz="1575" b="1">
                <a:solidFill>
                  <a:srgbClr val="182338"/>
                </a:solidFill>
                <a:latin typeface="PingFang SC"/>
                <a:ea typeface="PingFang SC"/>
                <a:cs typeface="PingFang SC"/>
              </a:defRPr>
            </a:pPr>
            <a:r>
              <a:rPr sz="1575" b="1">
                <a:solidFill>
                  <a:srgbClr val="182338"/>
                </a:solidFill>
                <a:latin typeface="PingFang SC"/>
                <a:ea typeface="PingFang SC"/>
                <a:cs typeface="PingFang SC"/>
              </a:rPr>
              <a:t>Agent组织行动。</a:t>
            </a:r>
          </a:p>
          <a:p xmlns:a="http://schemas.openxmlformats.org/drawingml/2006/main">
            <a:r>
              <a:t/>
            </a:r>
          </a:p>
          <a:p xmlns:a="http://schemas.openxmlformats.org/drawingml/2006/main">
            <a:pPr algn="l">
              <a:lnSpc>
                <a:spcPct val="105000"/>
              </a:lnSpc>
              <a:buNone/>
              <a:defRPr sz="1575" b="1">
                <a:solidFill>
                  <a:srgbClr val="182338"/>
                </a:solidFill>
                <a:latin typeface="PingFang SC"/>
                <a:ea typeface="PingFang SC"/>
                <a:cs typeface="PingFang SC"/>
              </a:defRPr>
            </a:pPr>
            <a:r>
              <a:rPr sz="1575" b="1">
                <a:solidFill>
                  <a:srgbClr val="182338"/>
                </a:solidFill>
                <a:latin typeface="PingFang SC"/>
                <a:ea typeface="PingFang SC"/>
                <a:cs typeface="PingFang SC"/>
              </a:rPr>
              <a:t>人负责目标、管理与结果。</a:t>
            </a:r>
          </a:p>
        </p:txBody>
      </p:sp>
      <p:sp>
        <p:nvSpPr>
          <p:cNvPr id="52" name="rect-0934">
            <a:extLst xmlns:a="http://schemas.openxmlformats.org/drawingml/2006/main">
              <a:ext uri="{FF2B5EF4-FFF2-40B4-BE49-F238E27FC236}">
                <a16:creationId xmlns:a16="http://schemas.microsoft.com/office/drawing/2014/main" id="{BFA8DF71-6178-45C0-863F-5C17E9EDF2B0}"/>
              </a:ext>
            </a:extLst>
          </p:cNvPr>
          <p:cNvSpPr>
            <a:spLocks xmlns:a="http://schemas.openxmlformats.org/drawingml/2006/main" noGrp="1"/>
          </p:cNvSpPr>
          <p:nvPr/>
        </p:nvSpPr>
        <p:spPr>
          <a:xfrm xmlns:a="http://schemas.openxmlformats.org/drawingml/2006/main">
            <a:off x="685800" y="5524500"/>
            <a:ext cx="10820400" cy="723900"/>
          </a:xfrm>
          <a:prstGeom xmlns:a="http://schemas.openxmlformats.org/drawingml/2006/main" prst="rect">
            <a:avLst/>
          </a:prstGeom>
          <a:solidFill xmlns:a="http://schemas.openxmlformats.org/drawingml/2006/main">
            <a:srgbClr val="FFFDF8"/>
          </a:solidFill>
          <a:ln xmlns:a="http://schemas.openxmlformats.org/drawingml/2006/main" w="0">
            <a:solidFill>
              <a:srgbClr val="D8D2C5"/>
            </a:solidFill>
            <a:prstDash val="solid"/>
          </a:ln>
        </p:spPr>
      </p:sp>
      <p:sp>
        <p:nvSpPr>
          <p:cNvPr id="53" name="rect-0935">
            <a:extLst xmlns:a="http://schemas.openxmlformats.org/drawingml/2006/main">
              <a:ext uri="{FF2B5EF4-FFF2-40B4-BE49-F238E27FC236}">
                <a16:creationId xmlns:a16="http://schemas.microsoft.com/office/drawing/2014/main" id="{1ABD3827-EEBE-48F1-A1E4-02D6A2FA7F13}"/>
              </a:ext>
            </a:extLst>
          </p:cNvPr>
          <p:cNvSpPr>
            <a:spLocks xmlns:a="http://schemas.openxmlformats.org/drawingml/2006/main" noGrp="1"/>
          </p:cNvSpPr>
          <p:nvPr/>
        </p:nvSpPr>
        <p:spPr>
          <a:xfrm xmlns:a="http://schemas.openxmlformats.org/drawingml/2006/main">
            <a:off x="685800" y="5524500"/>
            <a:ext cx="57150" cy="723900"/>
          </a:xfrm>
          <a:prstGeom xmlns:a="http://schemas.openxmlformats.org/drawingml/2006/main" prst="rect">
            <a:avLst/>
          </a:prstGeom>
          <a:solidFill xmlns:a="http://schemas.openxmlformats.org/drawingml/2006/main">
            <a:srgbClr val="A74335"/>
          </a:solidFill>
          <a:ln xmlns:a="http://schemas.openxmlformats.org/drawingml/2006/main" w="0">
            <a:noFill/>
            <a:prstDash val="solid"/>
          </a:ln>
        </p:spPr>
      </p:sp>
      <p:sp>
        <p:nvSpPr>
          <p:cNvPr id="54" name="text-0936">
            <a:extLst xmlns:a="http://schemas.openxmlformats.org/drawingml/2006/main">
              <a:ext uri="{FF2B5EF4-FFF2-40B4-BE49-F238E27FC236}">
                <a16:creationId xmlns:a16="http://schemas.microsoft.com/office/drawing/2014/main" id="{617984E2-B111-4D58-BEBF-357621E3EB2B}"/>
              </a:ext>
            </a:extLst>
          </p:cNvPr>
          <p:cNvSpPr>
            <a:spLocks xmlns:a="http://schemas.openxmlformats.org/drawingml/2006/main" noGrp="1"/>
          </p:cNvSpPr>
          <p:nvPr/>
        </p:nvSpPr>
        <p:spPr>
          <a:xfrm xmlns:a="http://schemas.openxmlformats.org/drawingml/2006/main">
            <a:off x="933450" y="5667375"/>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182338"/>
                </a:solidFill>
                <a:latin typeface="PingFang SC"/>
                <a:ea typeface="PingFang SC"/>
                <a:cs typeface="PingFang SC"/>
              </a:defRPr>
            </a:pPr>
            <a:r>
              <a:rPr sz="1800" b="1">
                <a:solidFill>
                  <a:srgbClr val="182338"/>
                </a:solidFill>
                <a:latin typeface="PingFang SC"/>
                <a:ea typeface="PingFang SC"/>
                <a:cs typeface="PingFang SC"/>
              </a:rPr>
              <a:t>能稳定跑通一个真实任务，比收藏一百个工具更有价值。</a:t>
            </a:r>
          </a:p>
        </p:txBody>
      </p:sp>
    </p:spTree>
    <p:extLst>
      <p:ext uri="{BB962C8B-B14F-4D97-AF65-F5344CB8AC3E}">
        <p14:creationId xmlns:p14="http://schemas.microsoft.com/office/powerpoint/2010/main" val="10638741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ns0:coreProperties xmlns:dc="http://purl.org/dc/elements/1.1/" xmlns:ns0="http://schemas.openxmlformats.org/package/2006/metadata/core-properties" xmlns:ns2="http://purl.org/dc/terms/" xmlns:xsi="http://www.w3.org/2001/XMLSchema-instance">
  <dc:creator>陈一豪 / Ethan</dc:creator>
  <ns0:lastModifiedBy>陈一豪 / Ethan</ns0:lastModifiedBy>
  <dc:title>Presentation</dc:title>
  <ns2:created xsi:type="dcterms:W3CDTF">2026-08-11T13:41:23.2790000Z</ns2:created>
  <ns2:modified xsi:type="dcterms:W3CDTF">2026-08-11T13:41:23.2790000Z</ns2:modified>
</ns0:coreProperties>
</file>